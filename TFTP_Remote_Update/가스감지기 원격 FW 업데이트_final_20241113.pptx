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ContentType="application/vnd.openxmlformats-officedocument.custom-properties+xml" PartName="/docProps/custom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Relationship Id="rId5" Target="docProps/custom.xml" Type="http://schemas.openxmlformats.org/officeDocument/2006/relationships/custom-properties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451" r:id="rId3"/>
    <p:sldId id="471" r:id="rId4"/>
    <p:sldId id="469" r:id="rId5"/>
    <p:sldId id="465" r:id="rId6"/>
    <p:sldId id="470" r:id="rId7"/>
    <p:sldId id="466" r:id="rId8"/>
    <p:sldId id="416" r:id="rId9"/>
  </p:sldIdLst>
  <p:sldSz cx="9144000" cy="6858000" type="screen4x3"/>
  <p:notesSz cx="7102475" cy="10233025"/>
  <p:defaultTextStyle>
    <a:defPPr>
      <a:defRPr lang="en-US"/>
    </a:defPPr>
    <a:lvl1pPr marL="0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8109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16220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24329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32439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40549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48659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56768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64878" algn="l" defTabSz="81622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B3B"/>
    <a:srgbClr val="8B73A9"/>
    <a:srgbClr val="0066FF"/>
    <a:srgbClr val="6699FF"/>
    <a:srgbClr val="5353FF"/>
    <a:srgbClr val="006699"/>
    <a:srgbClr val="3333FF"/>
    <a:srgbClr val="3366FF"/>
    <a:srgbClr val="0066CC"/>
    <a:srgbClr val="C1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2435" autoAdjust="0"/>
  </p:normalViewPr>
  <p:slideViewPr>
    <p:cSldViewPr>
      <p:cViewPr varScale="1">
        <p:scale>
          <a:sx n="102" d="100"/>
          <a:sy n="102" d="100"/>
        </p:scale>
        <p:origin x="2022" y="108"/>
      </p:cViewPr>
      <p:guideLst>
        <p:guide orient="horz" pos="215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513" cy="513778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2304" y="1"/>
            <a:ext cx="3078513" cy="513778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33B28AB5-7791-4F79-907D-3BD6A500B770}" type="datetimeFigureOut">
              <a:rPr lang="ko-KR" altLang="en-US" smtClean="0"/>
              <a:t>2024-11-22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19247"/>
            <a:ext cx="3078513" cy="513778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2304" y="9719247"/>
            <a:ext cx="3078513" cy="513778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71A9B683-47B7-46B0-8447-A9BE6FF409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5203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7739" cy="51165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093" y="2"/>
            <a:ext cx="3077739" cy="51165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AF468E9B-7D25-452D-9617-0F081841C501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6763"/>
            <a:ext cx="5114925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248" y="4860688"/>
            <a:ext cx="5681980" cy="4604861"/>
          </a:xfrm>
          <a:prstGeom prst="rect">
            <a:avLst/>
          </a:prstGeom>
        </p:spPr>
        <p:txBody>
          <a:bodyPr vert="horz" lIns="94768" tIns="47384" rIns="94768" bIns="47384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19600"/>
            <a:ext cx="3077739" cy="51165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093" y="9719600"/>
            <a:ext cx="3077739" cy="51165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14F9D757-8569-4010-A717-8D4A56A16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81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08109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16220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24329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632439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040549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448659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856768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264878" algn="l" defTabSz="816220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9D757-8569-4010-A717-8D4A56A163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98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9D757-8569-4010-A717-8D4A56A163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87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9D757-8569-4010-A717-8D4A56A163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39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9D757-8569-4010-A717-8D4A56A163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30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9D757-8569-4010-A717-8D4A56A163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68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9D757-8569-4010-A717-8D4A56A163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77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/>
          <p:cNvCxnSpPr>
            <a:cxnSpLocks/>
          </p:cNvCxnSpPr>
          <p:nvPr userDrawn="1"/>
        </p:nvCxnSpPr>
        <p:spPr>
          <a:xfrm>
            <a:off x="251520" y="720000"/>
            <a:ext cx="889248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제목 1"/>
          <p:cNvSpPr>
            <a:spLocks noGrp="1"/>
          </p:cNvSpPr>
          <p:nvPr>
            <p:ph type="title"/>
          </p:nvPr>
        </p:nvSpPr>
        <p:spPr>
          <a:xfrm>
            <a:off x="251520" y="0"/>
            <a:ext cx="8892480" cy="720000"/>
          </a:xfrm>
          <a:prstGeom prst="rect">
            <a:avLst/>
          </a:prstGeom>
        </p:spPr>
        <p:txBody>
          <a:bodyPr lIns="180000" tIns="0" rIns="0" bIns="0" anchor="ctr" anchorCtr="0"/>
          <a:lstStyle>
            <a:lvl1pPr algn="l"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533915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0"/>
            <a:ext cx="9144000" cy="540000"/>
          </a:xfrm>
          <a:prstGeom prst="rect">
            <a:avLst/>
          </a:prstGeom>
          <a:noFill/>
        </p:spPr>
        <p:txBody>
          <a:bodyPr wrap="none" lIns="0" tIns="0" rIns="132923" bIns="0" rtlCol="0" anchor="ctr" anchorCtr="0">
            <a:noAutofit/>
          </a:bodyPr>
          <a:lstStyle/>
          <a:p>
            <a:pPr algn="r"/>
            <a:r>
              <a:rPr lang="en-US" altLang="ko-KR" sz="1477" i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World Class Flame &amp; Gas Detector</a:t>
            </a:r>
            <a:endParaRPr lang="ko-KR" altLang="en-US" sz="1477" i="1" dirty="0">
              <a:solidFill>
                <a:schemeClr val="tx1">
                  <a:lumMod val="65000"/>
                  <a:lumOff val="3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10"/>
          </p:nvPr>
        </p:nvSpPr>
        <p:spPr>
          <a:xfrm>
            <a:off x="8532000" y="6480000"/>
            <a:ext cx="612000" cy="3600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algn="r"/>
            <a:fld id="{7FD1AA16-12F7-42F9-8F21-27EC2C58385C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690619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ownloads\logo.jpg">
            <a:extLst>
              <a:ext uri="{FF2B5EF4-FFF2-40B4-BE49-F238E27FC236}">
                <a16:creationId xmlns:a16="http://schemas.microsoft.com/office/drawing/2014/main" id="{8D374B05-B2CB-460D-A7E6-ABA5BD37CA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lum bright="17000"/>
          </a:blip>
          <a:srcRect/>
          <a:stretch>
            <a:fillRect/>
          </a:stretch>
        </p:blipFill>
        <p:spPr bwMode="auto">
          <a:xfrm>
            <a:off x="7668344" y="6353569"/>
            <a:ext cx="1259632" cy="394495"/>
          </a:xfrm>
          <a:prstGeom prst="rect">
            <a:avLst/>
          </a:prstGeom>
          <a:noFill/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27C7BC3-8858-46EB-84AE-CC4D3D089B22}"/>
              </a:ext>
            </a:extLst>
          </p:cNvPr>
          <p:cNvSpPr/>
          <p:nvPr userDrawn="1"/>
        </p:nvSpPr>
        <p:spPr>
          <a:xfrm>
            <a:off x="0" y="0"/>
            <a:ext cx="251520" cy="6858000"/>
          </a:xfrm>
          <a:prstGeom prst="rect">
            <a:avLst/>
          </a:prstGeom>
          <a:solidFill>
            <a:srgbClr val="FF2300"/>
          </a:solidFill>
          <a:ln>
            <a:solidFill>
              <a:srgbClr val="FF2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2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154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753448" rtl="0" eaLnBrk="1" latinLnBrk="0" hangingPunct="1">
        <a:spcBef>
          <a:spcPct val="0"/>
        </a:spcBef>
        <a:buNone/>
        <a:defRPr sz="3692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</p:titleStyle>
    <p:bodyStyle>
      <a:lvl1pPr marL="282543" indent="-282543" algn="l" defTabSz="753448" rtl="0" eaLnBrk="1" latinLnBrk="0" hangingPunct="1">
        <a:spcBef>
          <a:spcPct val="20000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1pPr>
      <a:lvl2pPr marL="612176" indent="-235452" algn="l" defTabSz="753448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41809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•"/>
        <a:defRPr sz="1939" kern="1200">
          <a:solidFill>
            <a:schemeClr val="tx1"/>
          </a:solidFill>
          <a:latin typeface="+mn-lt"/>
          <a:ea typeface="+mn-ea"/>
          <a:cs typeface="+mn-cs"/>
        </a:defRPr>
      </a:lvl3pPr>
      <a:lvl4pPr marL="1318532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–"/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95257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»"/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071982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448706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825431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202154" indent="-188362" algn="l" defTabSz="753448" rtl="0" eaLnBrk="1" latinLnBrk="0" hangingPunct="1">
        <a:spcBef>
          <a:spcPct val="20000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1pPr>
      <a:lvl2pPr marL="376723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2pPr>
      <a:lvl3pPr marL="753448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3pPr>
      <a:lvl4pPr marL="1130172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4pPr>
      <a:lvl5pPr marL="1506895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5pPr>
      <a:lvl6pPr marL="1883620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6pPr>
      <a:lvl7pPr marL="2260344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7pPr>
      <a:lvl8pPr marL="2637068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8pPr>
      <a:lvl9pPr marL="3013791" algn="l" defTabSz="753448" rtl="0" eaLnBrk="1" latinLnBrk="0" hangingPunct="1">
        <a:defRPr sz="14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/>
        </p:nvSpPr>
        <p:spPr bwMode="auto">
          <a:xfrm>
            <a:off x="1" y="4852569"/>
            <a:ext cx="9144000" cy="232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 anchorCtr="0"/>
          <a:lstStyle>
            <a:lvl1pPr latinLnBrk="1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ko-KR" altLang="en-US" sz="1846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8" name="제목 1"/>
          <p:cNvSpPr>
            <a:spLocks noGrp="1"/>
          </p:cNvSpPr>
          <p:nvPr/>
        </p:nvSpPr>
        <p:spPr bwMode="auto">
          <a:xfrm>
            <a:off x="251520" y="4243244"/>
            <a:ext cx="8892481" cy="265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latinLnBrk="1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ko-KR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제품기술</a:t>
            </a:r>
            <a:r>
              <a:rPr lang="en-US" altLang="ko-KR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</a:t>
            </a:r>
            <a:r>
              <a:rPr lang="ko-KR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연구소</a:t>
            </a:r>
          </a:p>
        </p:txBody>
      </p:sp>
      <p:sp>
        <p:nvSpPr>
          <p:cNvPr id="19" name="제목 1"/>
          <p:cNvSpPr>
            <a:spLocks noGrp="1"/>
          </p:cNvSpPr>
          <p:nvPr/>
        </p:nvSpPr>
        <p:spPr bwMode="auto">
          <a:xfrm>
            <a:off x="251520" y="1628800"/>
            <a:ext cx="8892480" cy="49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342" tIns="37672" rIns="75342" bIns="37672" anchor="ctr"/>
          <a:lstStyle>
            <a:lvl1pPr latinLnBrk="1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ko-KR" altLang="en-US" sz="4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가스감지기 원격 </a:t>
            </a:r>
            <a:r>
              <a:rPr lang="en-US" altLang="ko-KR" sz="4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F/W </a:t>
            </a:r>
            <a:r>
              <a:rPr lang="ko-KR" altLang="en-US" sz="4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업데이트</a:t>
            </a:r>
            <a:endParaRPr lang="en-US" altLang="ko-KR" sz="4200" dirty="0">
              <a:solidFill>
                <a:schemeClr val="tx1">
                  <a:lumMod val="75000"/>
                  <a:lumOff val="2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3EE010-0285-778C-9E8E-427B4AD931AC}"/>
              </a:ext>
            </a:extLst>
          </p:cNvPr>
          <p:cNvSpPr>
            <a:spLocks noGrp="1"/>
          </p:cNvSpPr>
          <p:nvPr/>
        </p:nvSpPr>
        <p:spPr bwMode="auto">
          <a:xfrm>
            <a:off x="250323" y="4747300"/>
            <a:ext cx="8892481" cy="265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latinLnBrk="1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endParaRPr lang="ko-KR" altLang="en-US" sz="2400" b="1" dirty="0">
              <a:solidFill>
                <a:schemeClr val="tx1">
                  <a:lumMod val="50000"/>
                  <a:lumOff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1131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데스크탑 컴퓨터 아이콘 이미지 - 93723610">
            <a:extLst>
              <a:ext uri="{FF2B5EF4-FFF2-40B4-BE49-F238E27FC236}">
                <a16:creationId xmlns:a16="http://schemas.microsoft.com/office/drawing/2014/main" id="{2BA53715-788D-AAE7-08F0-BDCC457BF3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26" b="14517"/>
          <a:stretch/>
        </p:blipFill>
        <p:spPr bwMode="auto">
          <a:xfrm>
            <a:off x="539552" y="980728"/>
            <a:ext cx="1575429" cy="1163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F85F58DE-E4E4-5372-609B-FF9599F2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가스감지기 원격 </a:t>
            </a:r>
            <a:r>
              <a:rPr lang="en-US" altLang="ko-KR" dirty="0"/>
              <a:t>F/W </a:t>
            </a:r>
            <a:r>
              <a:rPr lang="ko-KR" altLang="en-US" dirty="0"/>
              <a:t>업데이트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1784E8A-858A-667D-F4DD-BA3412C2B0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635" y="1020551"/>
            <a:ext cx="1080120" cy="10775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24E27D9-0C52-571F-AEA0-4C8206470E4C}"/>
              </a:ext>
            </a:extLst>
          </p:cNvPr>
          <p:cNvSpPr txBox="1"/>
          <p:nvPr/>
        </p:nvSpPr>
        <p:spPr>
          <a:xfrm>
            <a:off x="467544" y="2178890"/>
            <a:ext cx="16561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TFTP 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서버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931AFD-32E9-C2F2-B14E-3409313890FB}"/>
              </a:ext>
            </a:extLst>
          </p:cNvPr>
          <p:cNvSpPr txBox="1"/>
          <p:nvPr/>
        </p:nvSpPr>
        <p:spPr>
          <a:xfrm>
            <a:off x="3635896" y="2216195"/>
            <a:ext cx="16561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TFTP 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클라이언트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BDE2995-633B-FAF3-A7B5-96EFE6363DBF}"/>
              </a:ext>
            </a:extLst>
          </p:cNvPr>
          <p:cNvCxnSpPr>
            <a:cxnSpLocks/>
          </p:cNvCxnSpPr>
          <p:nvPr/>
        </p:nvCxnSpPr>
        <p:spPr>
          <a:xfrm>
            <a:off x="2219579" y="1326312"/>
            <a:ext cx="140415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625EDDA-3DDF-AA07-F023-1CF3BA22079F}"/>
              </a:ext>
            </a:extLst>
          </p:cNvPr>
          <p:cNvSpPr txBox="1"/>
          <p:nvPr/>
        </p:nvSpPr>
        <p:spPr>
          <a:xfrm>
            <a:off x="2051720" y="1102316"/>
            <a:ext cx="16561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MODBUS TCP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B0FF76-E999-5774-5B53-4B3578BF270F}"/>
              </a:ext>
            </a:extLst>
          </p:cNvPr>
          <p:cNvSpPr txBox="1"/>
          <p:nvPr/>
        </p:nvSpPr>
        <p:spPr>
          <a:xfrm>
            <a:off x="2257654" y="1732367"/>
            <a:ext cx="1244315" cy="2308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TFTP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9259CC-B23E-68A7-61BA-B311A52B897F}"/>
              </a:ext>
            </a:extLst>
          </p:cNvPr>
          <p:cNvSpPr txBox="1"/>
          <p:nvPr/>
        </p:nvSpPr>
        <p:spPr>
          <a:xfrm>
            <a:off x="467544" y="2352591"/>
            <a:ext cx="16561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[192.168.4.145]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C1B60D-551B-23EC-F573-7DB985FAAA18}"/>
              </a:ext>
            </a:extLst>
          </p:cNvPr>
          <p:cNvSpPr txBox="1"/>
          <p:nvPr/>
        </p:nvSpPr>
        <p:spPr>
          <a:xfrm>
            <a:off x="3635896" y="2406080"/>
            <a:ext cx="16561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[192.168.4.146]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6048DF7-6DBC-96C4-2CFC-B35B514CF082}"/>
              </a:ext>
            </a:extLst>
          </p:cNvPr>
          <p:cNvSpPr/>
          <p:nvPr/>
        </p:nvSpPr>
        <p:spPr>
          <a:xfrm>
            <a:off x="2089428" y="1942846"/>
            <a:ext cx="1008112" cy="34588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Client Update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File </a:t>
            </a:r>
            <a:r>
              <a:rPr lang="ko-KR" altLang="en-US" sz="800" dirty="0">
                <a:solidFill>
                  <a:schemeClr val="tx1"/>
                </a:solidFill>
              </a:rPr>
              <a:t>전송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3DD9F99-C72C-69CE-D491-4D4AD1B0378C}"/>
              </a:ext>
            </a:extLst>
          </p:cNvPr>
          <p:cNvSpPr/>
          <p:nvPr/>
        </p:nvSpPr>
        <p:spPr>
          <a:xfrm>
            <a:off x="2219579" y="1335313"/>
            <a:ext cx="706343" cy="34429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F/W Update </a:t>
            </a:r>
            <a:r>
              <a:rPr lang="ko-KR" altLang="en-US" sz="800" dirty="0">
                <a:solidFill>
                  <a:schemeClr val="tx1"/>
                </a:solidFill>
              </a:rPr>
              <a:t>커맨드 전송 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CA6E208C-EB30-6099-4841-F4646E8D414E}"/>
              </a:ext>
            </a:extLst>
          </p:cNvPr>
          <p:cNvCxnSpPr>
            <a:cxnSpLocks/>
          </p:cNvCxnSpPr>
          <p:nvPr/>
        </p:nvCxnSpPr>
        <p:spPr>
          <a:xfrm flipH="1" flipV="1">
            <a:off x="2207196" y="1930737"/>
            <a:ext cx="1411020" cy="6448"/>
          </a:xfrm>
          <a:prstGeom prst="straightConnector1">
            <a:avLst/>
          </a:prstGeom>
          <a:ln w="12700"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DB33503-22D4-4C84-6019-5E20CC594D34}"/>
              </a:ext>
            </a:extLst>
          </p:cNvPr>
          <p:cNvSpPr/>
          <p:nvPr/>
        </p:nvSpPr>
        <p:spPr>
          <a:xfrm>
            <a:off x="885911" y="2850323"/>
            <a:ext cx="819449" cy="41782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Client Update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File (.bin)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E1F0683-F086-8805-1EBB-DBB22E6C0DA0}"/>
              </a:ext>
            </a:extLst>
          </p:cNvPr>
          <p:cNvSpPr/>
          <p:nvPr/>
        </p:nvSpPr>
        <p:spPr>
          <a:xfrm>
            <a:off x="475067" y="1008039"/>
            <a:ext cx="1703082" cy="2492969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73DDC035-B03E-EE2F-11AB-DE2EEEA58CBD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1295635" y="2583423"/>
            <a:ext cx="1" cy="2669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96">
            <a:extLst>
              <a:ext uri="{FF2B5EF4-FFF2-40B4-BE49-F238E27FC236}">
                <a16:creationId xmlns:a16="http://schemas.microsoft.com/office/drawing/2014/main" id="{66C425A8-C8B7-6331-C50A-6FC85044977B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5018755" y="1559312"/>
            <a:ext cx="295808" cy="123729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0C3CE2D-7CCF-5CA1-D6A1-4D504CFC2ADA}"/>
              </a:ext>
            </a:extLst>
          </p:cNvPr>
          <p:cNvSpPr/>
          <p:nvPr/>
        </p:nvSpPr>
        <p:spPr>
          <a:xfrm>
            <a:off x="4866504" y="2850323"/>
            <a:ext cx="896121" cy="5034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Nand Flash </a:t>
            </a:r>
            <a:r>
              <a:rPr lang="ko-KR" altLang="en-US" sz="900" dirty="0">
                <a:solidFill>
                  <a:schemeClr val="tx1"/>
                </a:solidFill>
              </a:rPr>
              <a:t>에 </a:t>
            </a:r>
            <a:r>
              <a:rPr lang="en-US" altLang="ko-KR" sz="900" dirty="0">
                <a:solidFill>
                  <a:schemeClr val="tx1"/>
                </a:solidFill>
              </a:rPr>
              <a:t>Update File </a:t>
            </a:r>
            <a:r>
              <a:rPr lang="ko-KR" altLang="en-US" sz="900" dirty="0">
                <a:solidFill>
                  <a:schemeClr val="tx1"/>
                </a:solidFill>
              </a:rPr>
              <a:t>저장</a:t>
            </a: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ADD5FEEC-C5F6-2620-C13F-55416A55B1FF}"/>
              </a:ext>
            </a:extLst>
          </p:cNvPr>
          <p:cNvCxnSpPr>
            <a:cxnSpLocks/>
            <a:stCxn id="61" idx="1"/>
          </p:cNvCxnSpPr>
          <p:nvPr/>
        </p:nvCxnSpPr>
        <p:spPr>
          <a:xfrm flipH="1">
            <a:off x="4499992" y="3102030"/>
            <a:ext cx="3665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직사각형 1027">
            <a:extLst>
              <a:ext uri="{FF2B5EF4-FFF2-40B4-BE49-F238E27FC236}">
                <a16:creationId xmlns:a16="http://schemas.microsoft.com/office/drawing/2014/main" id="{49307F32-1733-F4DA-B712-FE8283A8F689}"/>
              </a:ext>
            </a:extLst>
          </p:cNvPr>
          <p:cNvSpPr/>
          <p:nvPr/>
        </p:nvSpPr>
        <p:spPr>
          <a:xfrm>
            <a:off x="3743908" y="2876061"/>
            <a:ext cx="720080" cy="4864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Boot Loader F/W Update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031" name="직사각형 1030">
            <a:extLst>
              <a:ext uri="{FF2B5EF4-FFF2-40B4-BE49-F238E27FC236}">
                <a16:creationId xmlns:a16="http://schemas.microsoft.com/office/drawing/2014/main" id="{4B66E045-EF79-BD44-02D0-89B5F7ECC794}"/>
              </a:ext>
            </a:extLst>
          </p:cNvPr>
          <p:cNvSpPr/>
          <p:nvPr/>
        </p:nvSpPr>
        <p:spPr>
          <a:xfrm>
            <a:off x="3644643" y="1008039"/>
            <a:ext cx="2223501" cy="2492969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DA56A349-F88D-578A-3127-C89377D8CA1A}"/>
              </a:ext>
            </a:extLst>
          </p:cNvPr>
          <p:cNvSpPr txBox="1"/>
          <p:nvPr/>
        </p:nvSpPr>
        <p:spPr>
          <a:xfrm>
            <a:off x="2123728" y="3531205"/>
            <a:ext cx="16561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원격 </a:t>
            </a: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F/W</a:t>
            </a:r>
            <a:r>
              <a:rPr lang="ko-KR" alt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업데이트 개요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DF0B40A4-D477-B677-C680-30C0ECEBC49D}"/>
              </a:ext>
            </a:extLst>
          </p:cNvPr>
          <p:cNvSpPr txBox="1"/>
          <p:nvPr/>
        </p:nvSpPr>
        <p:spPr>
          <a:xfrm>
            <a:off x="402712" y="4214805"/>
            <a:ext cx="41692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클라이언트는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커맨드 수신에 따라 서버로 부터 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Update File 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전송 요청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FD7D1716-48B7-1B1E-EC84-73A6AF3F1FE0}"/>
              </a:ext>
            </a:extLst>
          </p:cNvPr>
          <p:cNvSpPr txBox="1"/>
          <p:nvPr/>
        </p:nvSpPr>
        <p:spPr>
          <a:xfrm>
            <a:off x="402710" y="4487475"/>
            <a:ext cx="48173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ko-KR" sz="9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클라이언트는 한 번에 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512 bytes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 씩 데이터를 수신하고 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단위로 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NAND Flash 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에 저장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0F000AEB-0217-C698-D242-5D8AA8362121}"/>
              </a:ext>
            </a:extLst>
          </p:cNvPr>
          <p:cNvSpPr txBox="1"/>
          <p:nvPr/>
        </p:nvSpPr>
        <p:spPr>
          <a:xfrm>
            <a:off x="402707" y="4760427"/>
            <a:ext cx="4712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저장이 완료되면 해당 클라이언트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(Main, IR, Cartridge) Boot Loader 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로 점프하여 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46" name="표 1045">
            <a:extLst>
              <a:ext uri="{FF2B5EF4-FFF2-40B4-BE49-F238E27FC236}">
                <a16:creationId xmlns:a16="http://schemas.microsoft.com/office/drawing/2014/main" id="{2D17DF74-A4FD-883D-70AE-2E6551C29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263265"/>
              </p:ext>
            </p:extLst>
          </p:nvPr>
        </p:nvGraphicFramePr>
        <p:xfrm>
          <a:off x="5508104" y="4390492"/>
          <a:ext cx="3455446" cy="11632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1979">
                  <a:extLst>
                    <a:ext uri="{9D8B030D-6E8A-4147-A177-3AD203B41FA5}">
                      <a16:colId xmlns:a16="http://schemas.microsoft.com/office/drawing/2014/main" val="4226577733"/>
                    </a:ext>
                  </a:extLst>
                </a:gridCol>
                <a:gridCol w="397848">
                  <a:extLst>
                    <a:ext uri="{9D8B030D-6E8A-4147-A177-3AD203B41FA5}">
                      <a16:colId xmlns:a16="http://schemas.microsoft.com/office/drawing/2014/main" val="4096387555"/>
                    </a:ext>
                  </a:extLst>
                </a:gridCol>
                <a:gridCol w="345545">
                  <a:extLst>
                    <a:ext uri="{9D8B030D-6E8A-4147-A177-3AD203B41FA5}">
                      <a16:colId xmlns:a16="http://schemas.microsoft.com/office/drawing/2014/main" val="640147495"/>
                    </a:ext>
                  </a:extLst>
                </a:gridCol>
                <a:gridCol w="276436">
                  <a:extLst>
                    <a:ext uri="{9D8B030D-6E8A-4147-A177-3AD203B41FA5}">
                      <a16:colId xmlns:a16="http://schemas.microsoft.com/office/drawing/2014/main" val="1423955836"/>
                    </a:ext>
                  </a:extLst>
                </a:gridCol>
                <a:gridCol w="552871">
                  <a:extLst>
                    <a:ext uri="{9D8B030D-6E8A-4147-A177-3AD203B41FA5}">
                      <a16:colId xmlns:a16="http://schemas.microsoft.com/office/drawing/2014/main" val="2312049280"/>
                    </a:ext>
                  </a:extLst>
                </a:gridCol>
                <a:gridCol w="1260767">
                  <a:extLst>
                    <a:ext uri="{9D8B030D-6E8A-4147-A177-3AD203B41FA5}">
                      <a16:colId xmlns:a16="http://schemas.microsoft.com/office/drawing/2014/main" val="241258928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code</a:t>
                      </a:r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Address</a:t>
                      </a:r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250000"/>
                        </a:lnSpc>
                      </a:pPr>
                      <a:endParaRPr lang="ko-KR" alt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250000"/>
                        </a:lnSpc>
                      </a:pPr>
                      <a:endParaRPr lang="ko-KR" alt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내 용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654600"/>
                  </a:ext>
                </a:extLst>
              </a:tr>
              <a:tr h="1299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457555"/>
                  </a:ext>
                </a:extLst>
              </a:tr>
              <a:tr h="15332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Write</a:t>
                      </a:r>
                    </a:p>
                    <a:p>
                      <a:pPr algn="ctr" latinLnBrk="1"/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Multiple</a:t>
                      </a:r>
                    </a:p>
                    <a:p>
                      <a:pPr algn="ctr" latinLnBrk="1"/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Coils</a:t>
                      </a:r>
                    </a:p>
                    <a:p>
                      <a:pPr algn="ctr" latinLnBrk="1"/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(0x0F)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0x04</a:t>
                      </a:r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 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업데이트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9734331"/>
                  </a:ext>
                </a:extLst>
              </a:tr>
              <a:tr h="129959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/>
                        <a:t>0</a:t>
                      </a:r>
                      <a:endParaRPr lang="ko-KR" altLang="en-US" sz="9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0x02</a:t>
                      </a:r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 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업데이트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03959"/>
                  </a:ext>
                </a:extLst>
              </a:tr>
              <a:tr h="18828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/>
                        <a:t>0</a:t>
                      </a:r>
                      <a:endParaRPr lang="ko-KR" altLang="en-US" sz="9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0x01</a:t>
                      </a:r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IR 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업데이트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8087336"/>
                  </a:ext>
                </a:extLst>
              </a:tr>
            </a:tbl>
          </a:graphicData>
        </a:graphic>
      </p:graphicFrame>
      <p:sp>
        <p:nvSpPr>
          <p:cNvPr id="1048" name="TextBox 1047">
            <a:extLst>
              <a:ext uri="{FF2B5EF4-FFF2-40B4-BE49-F238E27FC236}">
                <a16:creationId xmlns:a16="http://schemas.microsoft.com/office/drawing/2014/main" id="{70C6D759-978E-AA78-18F0-4BBA1FFE4EB9}"/>
              </a:ext>
            </a:extLst>
          </p:cNvPr>
          <p:cNvSpPr txBox="1"/>
          <p:nvPr/>
        </p:nvSpPr>
        <p:spPr>
          <a:xfrm>
            <a:off x="6012160" y="5627340"/>
            <a:ext cx="25202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원격 </a:t>
            </a:r>
            <a:r>
              <a:rPr lang="en-US" altLang="ko-KR" sz="900" b="1" dirty="0">
                <a:latin typeface="Arial" panose="020B0604020202020204" pitchFamily="34" charset="0"/>
                <a:cs typeface="Arial" panose="020B0604020202020204" pitchFamily="34" charset="0"/>
              </a:rPr>
              <a:t>F/W</a:t>
            </a:r>
            <a:r>
              <a:rPr lang="ko-KR" alt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 업데이트 커맨드 </a:t>
            </a:r>
            <a:r>
              <a:rPr lang="en-US" altLang="ko-KR" sz="900" b="1" dirty="0">
                <a:latin typeface="Arial" panose="020B0604020202020204" pitchFamily="34" charset="0"/>
                <a:cs typeface="Arial" panose="020B0604020202020204" pitchFamily="34" charset="0"/>
              </a:rPr>
              <a:t>(MODBUS TCP)</a:t>
            </a:r>
            <a:endParaRPr lang="ko-KR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49" name="Picture 2">
            <a:extLst>
              <a:ext uri="{FF2B5EF4-FFF2-40B4-BE49-F238E27FC236}">
                <a16:creationId xmlns:a16="http://schemas.microsoft.com/office/drawing/2014/main" id="{E2DCD63D-ACC6-D43B-C409-DACC384E73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0" t="21393" r="45782" b="3584"/>
          <a:stretch/>
        </p:blipFill>
        <p:spPr bwMode="auto">
          <a:xfrm>
            <a:off x="6075831" y="911881"/>
            <a:ext cx="2840223" cy="2858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0" name="TextBox 1049">
            <a:extLst>
              <a:ext uri="{FF2B5EF4-FFF2-40B4-BE49-F238E27FC236}">
                <a16:creationId xmlns:a16="http://schemas.microsoft.com/office/drawing/2014/main" id="{7D6E0270-E767-9891-8606-7D33005C13FB}"/>
              </a:ext>
            </a:extLst>
          </p:cNvPr>
          <p:cNvSpPr txBox="1"/>
          <p:nvPr/>
        </p:nvSpPr>
        <p:spPr>
          <a:xfrm>
            <a:off x="395536" y="3933056"/>
            <a:ext cx="49190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1. MODBUS TCP 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로 서버에서 클라이언트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(Main, IR, Cartridge) 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로 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F/W 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업데이트 커맨드 전송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1E7D40F8-DB8A-2FC0-535D-B48FB2568BF1}"/>
              </a:ext>
            </a:extLst>
          </p:cNvPr>
          <p:cNvSpPr txBox="1"/>
          <p:nvPr/>
        </p:nvSpPr>
        <p:spPr>
          <a:xfrm>
            <a:off x="6660231" y="3811900"/>
            <a:ext cx="16561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TFTP Protocol</a:t>
            </a:r>
            <a:endParaRPr lang="ko-KR" alt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D5399D55-6B45-FD92-A0AB-AF40740BEA55}"/>
              </a:ext>
            </a:extLst>
          </p:cNvPr>
          <p:cNvSpPr txBox="1"/>
          <p:nvPr/>
        </p:nvSpPr>
        <p:spPr>
          <a:xfrm>
            <a:off x="531743" y="4974959"/>
            <a:ext cx="32009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Flash 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에 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F/W 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업로드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04CA2FE3-5962-168F-2D4A-EBA7C6675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817907"/>
              </p:ext>
            </p:extLst>
          </p:nvPr>
        </p:nvGraphicFramePr>
        <p:xfrm>
          <a:off x="512820" y="5390344"/>
          <a:ext cx="4817361" cy="10409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5787">
                  <a:extLst>
                    <a:ext uri="{9D8B030D-6E8A-4147-A177-3AD203B41FA5}">
                      <a16:colId xmlns:a16="http://schemas.microsoft.com/office/drawing/2014/main" val="1454074375"/>
                    </a:ext>
                  </a:extLst>
                </a:gridCol>
                <a:gridCol w="1843421">
                  <a:extLst>
                    <a:ext uri="{9D8B030D-6E8A-4147-A177-3AD203B41FA5}">
                      <a16:colId xmlns:a16="http://schemas.microsoft.com/office/drawing/2014/main" val="1153053885"/>
                    </a:ext>
                  </a:extLst>
                </a:gridCol>
                <a:gridCol w="1368153">
                  <a:extLst>
                    <a:ext uri="{9D8B030D-6E8A-4147-A177-3AD203B41FA5}">
                      <a16:colId xmlns:a16="http://schemas.microsoft.com/office/drawing/2014/main" val="4201084897"/>
                    </a:ext>
                  </a:extLst>
                </a:gridCol>
              </a:tblGrid>
              <a:tr h="3034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Nand Flash 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총 메모리 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Nand Flash 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메모리 사용량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메모리 사용률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056391"/>
                  </a:ext>
                </a:extLst>
              </a:tr>
              <a:tr h="3884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4096 block</a:t>
                      </a:r>
                    </a:p>
                    <a:p>
                      <a:pPr algn="ctr" latinLnBrk="1"/>
                      <a:r>
                        <a:rPr lang="ko-KR" altLang="en-US" sz="900" dirty="0">
                          <a:latin typeface="Arial" panose="020B0604020202020204" pitchFamily="34" charset="0"/>
                          <a:ea typeface="나눔고딕 ExtraBold" panose="020D0904000000000000" pitchFamily="50" charset="-127"/>
                          <a:cs typeface="Arial" panose="020B0604020202020204" pitchFamily="34" charset="0"/>
                        </a:rPr>
                        <a:t>≈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536 MB</a:t>
                      </a:r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 block + 1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 (897 page)</a:t>
                      </a:r>
                    </a:p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Arial" panose="020B0604020202020204" pitchFamily="34" charset="0"/>
                          <a:ea typeface="나눔고딕 ExtraBold" panose="020D0904000000000000" pitchFamily="50" charset="-127"/>
                          <a:cs typeface="Arial" panose="020B0604020202020204" pitchFamily="34" charset="0"/>
                        </a:rPr>
                        <a:t>≈</a:t>
                      </a:r>
                      <a:r>
                        <a:rPr lang="ko-KR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 MB</a:t>
                      </a:r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0.33%</a:t>
                      </a:r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817621"/>
                  </a:ext>
                </a:extLst>
              </a:tr>
              <a:tr h="349081"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block = 64 page             1 page = 2048 byte</a:t>
                      </a:r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43331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CC4E9B8-DBD4-9863-7CF2-C72C2403E773}"/>
              </a:ext>
            </a:extLst>
          </p:cNvPr>
          <p:cNvSpPr txBox="1"/>
          <p:nvPr/>
        </p:nvSpPr>
        <p:spPr>
          <a:xfrm>
            <a:off x="1838854" y="6454655"/>
            <a:ext cx="18057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Nand Flash </a:t>
            </a:r>
            <a:r>
              <a:rPr lang="ko-KR" alt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메모리 할당</a:t>
            </a:r>
          </a:p>
        </p:txBody>
      </p:sp>
    </p:spTree>
    <p:extLst>
      <p:ext uri="{BB962C8B-B14F-4D97-AF65-F5344CB8AC3E}">
        <p14:creationId xmlns:p14="http://schemas.microsoft.com/office/powerpoint/2010/main" val="4265331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F85F58DE-E4E4-5372-609B-FF9599F2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가스감지기 원격 </a:t>
            </a:r>
            <a:r>
              <a:rPr lang="en-US" altLang="ko-KR" dirty="0"/>
              <a:t>F/W </a:t>
            </a:r>
            <a:r>
              <a:rPr lang="ko-KR" altLang="en-US" dirty="0"/>
              <a:t>업데이트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6D40932-3022-2C60-DA69-28975937DCC0}"/>
              </a:ext>
            </a:extLst>
          </p:cNvPr>
          <p:cNvSpPr/>
          <p:nvPr/>
        </p:nvSpPr>
        <p:spPr>
          <a:xfrm>
            <a:off x="892454" y="1002560"/>
            <a:ext cx="819449" cy="34530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Main APP 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실행 중</a:t>
            </a:r>
            <a:r>
              <a:rPr lang="en-US" altLang="ko-KR" sz="900" dirty="0">
                <a:solidFill>
                  <a:schemeClr val="tx1"/>
                </a:solidFill>
              </a:rPr>
              <a:t>….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5A029339-7B26-19F4-7B68-3768FC0ECE47}"/>
              </a:ext>
            </a:extLst>
          </p:cNvPr>
          <p:cNvCxnSpPr>
            <a:cxnSpLocks/>
          </p:cNvCxnSpPr>
          <p:nvPr/>
        </p:nvCxnSpPr>
        <p:spPr>
          <a:xfrm>
            <a:off x="1302178" y="1347866"/>
            <a:ext cx="0" cy="2033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C11AAB-3648-A393-6D45-78CC3D13794C}"/>
              </a:ext>
            </a:extLst>
          </p:cNvPr>
          <p:cNvSpPr/>
          <p:nvPr/>
        </p:nvSpPr>
        <p:spPr>
          <a:xfrm>
            <a:off x="611560" y="1571019"/>
            <a:ext cx="1402060" cy="41782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F/W Update </a:t>
            </a:r>
            <a:r>
              <a:rPr lang="ko-KR" altLang="en-US" sz="900" dirty="0">
                <a:solidFill>
                  <a:schemeClr val="tx1"/>
                </a:solidFill>
              </a:rPr>
              <a:t>커맨드 수신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(MODBUS TCP)</a:t>
            </a:r>
          </a:p>
        </p:txBody>
      </p:sp>
      <p:cxnSp>
        <p:nvCxnSpPr>
          <p:cNvPr id="1041" name="직선 화살표 연결선 1040">
            <a:extLst>
              <a:ext uri="{FF2B5EF4-FFF2-40B4-BE49-F238E27FC236}">
                <a16:creationId xmlns:a16="http://schemas.microsoft.com/office/drawing/2014/main" id="{20AFD900-0A1D-4C45-EB67-849127440DBC}"/>
              </a:ext>
            </a:extLst>
          </p:cNvPr>
          <p:cNvCxnSpPr>
            <a:cxnSpLocks/>
          </p:cNvCxnSpPr>
          <p:nvPr/>
        </p:nvCxnSpPr>
        <p:spPr>
          <a:xfrm>
            <a:off x="1957913" y="3356992"/>
            <a:ext cx="3098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다이아몬드 1041">
            <a:extLst>
              <a:ext uri="{FF2B5EF4-FFF2-40B4-BE49-F238E27FC236}">
                <a16:creationId xmlns:a16="http://schemas.microsoft.com/office/drawing/2014/main" id="{A162F200-C8F2-C9BA-5B43-03740D2DFCCD}"/>
              </a:ext>
            </a:extLst>
          </p:cNvPr>
          <p:cNvSpPr/>
          <p:nvPr/>
        </p:nvSpPr>
        <p:spPr>
          <a:xfrm>
            <a:off x="2267744" y="2901360"/>
            <a:ext cx="1290647" cy="925622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Flag == Main </a:t>
            </a:r>
          </a:p>
        </p:txBody>
      </p:sp>
      <p:sp>
        <p:nvSpPr>
          <p:cNvPr id="1057" name="직사각형 1056">
            <a:extLst>
              <a:ext uri="{FF2B5EF4-FFF2-40B4-BE49-F238E27FC236}">
                <a16:creationId xmlns:a16="http://schemas.microsoft.com/office/drawing/2014/main" id="{066AD546-9EB7-F3EC-A7ED-05E19E7CA75E}"/>
              </a:ext>
            </a:extLst>
          </p:cNvPr>
          <p:cNvSpPr/>
          <p:nvPr/>
        </p:nvSpPr>
        <p:spPr>
          <a:xfrm>
            <a:off x="3535631" y="3071405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1103" name="직사각형 1102">
            <a:extLst>
              <a:ext uri="{FF2B5EF4-FFF2-40B4-BE49-F238E27FC236}">
                <a16:creationId xmlns:a16="http://schemas.microsoft.com/office/drawing/2014/main" id="{AC07F11F-AF9D-A23C-28E9-86538BEEDB06}"/>
              </a:ext>
            </a:extLst>
          </p:cNvPr>
          <p:cNvSpPr/>
          <p:nvPr/>
        </p:nvSpPr>
        <p:spPr>
          <a:xfrm>
            <a:off x="2226216" y="2608409"/>
            <a:ext cx="1349090" cy="27771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[Task : </a:t>
            </a:r>
            <a:r>
              <a:rPr lang="en-US" altLang="ko-KR" sz="900" b="1" dirty="0" err="1">
                <a:solidFill>
                  <a:schemeClr val="tx1"/>
                </a:solidFill>
              </a:rPr>
              <a:t>Main_UPDATE</a:t>
            </a:r>
            <a:r>
              <a:rPr lang="en-US" altLang="ko-KR" sz="900" b="1" dirty="0">
                <a:solidFill>
                  <a:schemeClr val="tx1"/>
                </a:solidFill>
              </a:rPr>
              <a:t>]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BE4C800-CC91-E2A7-69B5-5440BCACC88A}"/>
              </a:ext>
            </a:extLst>
          </p:cNvPr>
          <p:cNvCxnSpPr>
            <a:cxnSpLocks/>
          </p:cNvCxnSpPr>
          <p:nvPr/>
        </p:nvCxnSpPr>
        <p:spPr>
          <a:xfrm>
            <a:off x="1312590" y="1988840"/>
            <a:ext cx="0" cy="2033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699A2AAA-1CB2-C767-6D0F-57BB7AC77751}"/>
              </a:ext>
            </a:extLst>
          </p:cNvPr>
          <p:cNvSpPr/>
          <p:nvPr/>
        </p:nvSpPr>
        <p:spPr>
          <a:xfrm>
            <a:off x="611560" y="2203357"/>
            <a:ext cx="1402060" cy="5055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Nand Flash write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(Remote Update check Flag)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State = START_UPDATE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773F14F-7D0E-F3EE-DE98-D0B52928531F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307174" y="2708920"/>
            <a:ext cx="5416" cy="379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B884131-E86E-0614-6ADF-6FD91DD047C3}"/>
              </a:ext>
            </a:extLst>
          </p:cNvPr>
          <p:cNvSpPr/>
          <p:nvPr/>
        </p:nvSpPr>
        <p:spPr>
          <a:xfrm>
            <a:off x="667266" y="3088570"/>
            <a:ext cx="1290647" cy="6284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[Task : START_UPDATE]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Nand Flash block Erase 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State = </a:t>
            </a:r>
            <a:r>
              <a:rPr lang="en-US" altLang="ko-KR" sz="900" dirty="0" err="1">
                <a:solidFill>
                  <a:schemeClr val="tx1"/>
                </a:solidFill>
              </a:rPr>
              <a:t>Main_UPDATE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BB1DB74-437E-54DF-B5D9-F9BDF0F7E69A}"/>
              </a:ext>
            </a:extLst>
          </p:cNvPr>
          <p:cNvCxnSpPr>
            <a:cxnSpLocks/>
          </p:cNvCxnSpPr>
          <p:nvPr/>
        </p:nvCxnSpPr>
        <p:spPr>
          <a:xfrm>
            <a:off x="3558391" y="3358499"/>
            <a:ext cx="3098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다이아몬드 24">
            <a:extLst>
              <a:ext uri="{FF2B5EF4-FFF2-40B4-BE49-F238E27FC236}">
                <a16:creationId xmlns:a16="http://schemas.microsoft.com/office/drawing/2014/main" id="{26CC073D-FAED-DAFD-1A67-1D61F365096C}"/>
              </a:ext>
            </a:extLst>
          </p:cNvPr>
          <p:cNvSpPr/>
          <p:nvPr/>
        </p:nvSpPr>
        <p:spPr>
          <a:xfrm>
            <a:off x="3866016" y="2900052"/>
            <a:ext cx="1290647" cy="925622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Flag == CT 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283ACB6-77D8-C24A-8253-48F020A658BF}"/>
              </a:ext>
            </a:extLst>
          </p:cNvPr>
          <p:cNvCxnSpPr>
            <a:cxnSpLocks/>
          </p:cNvCxnSpPr>
          <p:nvPr/>
        </p:nvCxnSpPr>
        <p:spPr>
          <a:xfrm>
            <a:off x="5156663" y="3358499"/>
            <a:ext cx="3098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7851D62-267B-D004-B9B1-69675022F931}"/>
              </a:ext>
            </a:extLst>
          </p:cNvPr>
          <p:cNvSpPr/>
          <p:nvPr/>
        </p:nvSpPr>
        <p:spPr>
          <a:xfrm>
            <a:off x="5267750" y="3140968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28" name="다이아몬드 27">
            <a:extLst>
              <a:ext uri="{FF2B5EF4-FFF2-40B4-BE49-F238E27FC236}">
                <a16:creationId xmlns:a16="http://schemas.microsoft.com/office/drawing/2014/main" id="{4EA41B74-2B3D-D26C-455C-2A07ECBB8FF2}"/>
              </a:ext>
            </a:extLst>
          </p:cNvPr>
          <p:cNvSpPr/>
          <p:nvPr/>
        </p:nvSpPr>
        <p:spPr>
          <a:xfrm>
            <a:off x="5468607" y="2900052"/>
            <a:ext cx="1290647" cy="925622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Flag == IR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37D5459-6D37-8A33-8B1A-7415D7CBB2E0}"/>
              </a:ext>
            </a:extLst>
          </p:cNvPr>
          <p:cNvSpPr/>
          <p:nvPr/>
        </p:nvSpPr>
        <p:spPr>
          <a:xfrm>
            <a:off x="3818621" y="2605669"/>
            <a:ext cx="1349090" cy="27771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[Task : CT_UPDATE]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1B384BC-6D01-6387-779F-109AEA11F320}"/>
              </a:ext>
            </a:extLst>
          </p:cNvPr>
          <p:cNvSpPr/>
          <p:nvPr/>
        </p:nvSpPr>
        <p:spPr>
          <a:xfrm>
            <a:off x="5456142" y="2600011"/>
            <a:ext cx="1349090" cy="27771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[Task : IR_UPDATE]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7E1641E-777A-A8CF-8D8A-9CF2C4FDDDF0}"/>
              </a:ext>
            </a:extLst>
          </p:cNvPr>
          <p:cNvSpPr/>
          <p:nvPr/>
        </p:nvSpPr>
        <p:spPr>
          <a:xfrm>
            <a:off x="4032526" y="4114539"/>
            <a:ext cx="957625" cy="3170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서버에 파일 요청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915317C4-89E5-1D59-2F8F-185C5227E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622660"/>
              </p:ext>
            </p:extLst>
          </p:nvPr>
        </p:nvGraphicFramePr>
        <p:xfrm>
          <a:off x="2625038" y="908804"/>
          <a:ext cx="6123426" cy="14250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2487">
                  <a:extLst>
                    <a:ext uri="{9D8B030D-6E8A-4147-A177-3AD203B41FA5}">
                      <a16:colId xmlns:a16="http://schemas.microsoft.com/office/drawing/2014/main" val="392130001"/>
                    </a:ext>
                  </a:extLst>
                </a:gridCol>
                <a:gridCol w="794095">
                  <a:extLst>
                    <a:ext uri="{9D8B030D-6E8A-4147-A177-3AD203B41FA5}">
                      <a16:colId xmlns:a16="http://schemas.microsoft.com/office/drawing/2014/main" val="143666819"/>
                    </a:ext>
                  </a:extLst>
                </a:gridCol>
                <a:gridCol w="944385">
                  <a:extLst>
                    <a:ext uri="{9D8B030D-6E8A-4147-A177-3AD203B41FA5}">
                      <a16:colId xmlns:a16="http://schemas.microsoft.com/office/drawing/2014/main" val="1965860034"/>
                    </a:ext>
                  </a:extLst>
                </a:gridCol>
                <a:gridCol w="950988">
                  <a:extLst>
                    <a:ext uri="{9D8B030D-6E8A-4147-A177-3AD203B41FA5}">
                      <a16:colId xmlns:a16="http://schemas.microsoft.com/office/drawing/2014/main" val="1405507476"/>
                    </a:ext>
                  </a:extLst>
                </a:gridCol>
                <a:gridCol w="826806">
                  <a:extLst>
                    <a:ext uri="{9D8B030D-6E8A-4147-A177-3AD203B41FA5}">
                      <a16:colId xmlns:a16="http://schemas.microsoft.com/office/drawing/2014/main" val="1887720190"/>
                    </a:ext>
                  </a:extLst>
                </a:gridCol>
                <a:gridCol w="1244665">
                  <a:extLst>
                    <a:ext uri="{9D8B030D-6E8A-4147-A177-3AD203B41FA5}">
                      <a16:colId xmlns:a16="http://schemas.microsoft.com/office/drawing/2014/main" val="2528472093"/>
                    </a:ext>
                  </a:extLst>
                </a:gridCol>
              </a:tblGrid>
              <a:tr h="269631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파일명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파일 경로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서버 </a:t>
                      </a:r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 </a:t>
                      </a:r>
                      <a:r>
                        <a:rPr lang="ko-KR" alt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프로토콜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파일 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828034"/>
                  </a:ext>
                </a:extLst>
              </a:tr>
              <a:tr h="269631"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GTD-5x00(F)N_REV.bin</a:t>
                      </a:r>
                      <a:endParaRPr lang="ko-KR" alt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endParaRPr lang="en-US" altLang="ko-K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endParaRPr lang="en-US" altLang="ko-K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endParaRPr lang="en-US" altLang="ko-K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D:\fw</a:t>
                      </a:r>
                    </a:p>
                    <a:p>
                      <a:pPr algn="ctr" latinLnBrk="1"/>
                      <a:endParaRPr lang="en-US" altLang="ko-K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미정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</a:t>
                      </a:r>
                    </a:p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168.</a:t>
                      </a:r>
                    </a:p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</a:p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145</a:t>
                      </a:r>
                    </a:p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7534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미정</a:t>
                      </a:r>
                    </a:p>
                    <a:p>
                      <a:pPr algn="ctr" latinLnBrk="1"/>
                      <a:endParaRPr lang="ko-KR" alt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endParaRPr lang="en-US" altLang="ko-K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endParaRPr lang="en-US" altLang="ko-K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TFTP</a:t>
                      </a:r>
                    </a:p>
                    <a:p>
                      <a:pPr algn="ctr" latinLnBrk="1"/>
                      <a:endParaRPr lang="en-US" altLang="ko-KR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(UDP </a:t>
                      </a:r>
                      <a:r>
                        <a:rPr lang="ko-KR" alt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전송</a:t>
                      </a:r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dirty="0">
                          <a:latin typeface="Arial" panose="020B0604020202020204" pitchFamily="34" charset="0"/>
                          <a:ea typeface="나눔고딕 ExtraBold" panose="020D0904000000000000" pitchFamily="50" charset="-127"/>
                          <a:cs typeface="Arial" panose="020B0604020202020204" pitchFamily="34" charset="0"/>
                        </a:rPr>
                        <a:t>≈ </a:t>
                      </a:r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519 KB</a:t>
                      </a:r>
                      <a:endParaRPr lang="ko-KR" alt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 App F/W</a:t>
                      </a:r>
                    </a:p>
                    <a:p>
                      <a:pPr algn="ctr" latinLnBrk="1"/>
                      <a:r>
                        <a:rPr lang="ko-KR" alt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업데이트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620958"/>
                  </a:ext>
                </a:extLst>
              </a:tr>
              <a:tr h="3656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GTD-5x00(F)</a:t>
                      </a:r>
                      <a:r>
                        <a:rPr lang="en-US" altLang="ko-KR" sz="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N_Cartridge_REV.bin</a:t>
                      </a:r>
                      <a:endParaRPr lang="ko-KR" alt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800" dirty="0">
                          <a:latin typeface="Arial" panose="020B0604020202020204" pitchFamily="34" charset="0"/>
                          <a:ea typeface="나눔고딕 ExtraBold" panose="020D0904000000000000" pitchFamily="50" charset="-127"/>
                          <a:cs typeface="Arial" panose="020B0604020202020204" pitchFamily="34" charset="0"/>
                        </a:rPr>
                        <a:t>≈ </a:t>
                      </a:r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 KB</a:t>
                      </a:r>
                      <a:endParaRPr lang="ko-KR" alt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 App F/W</a:t>
                      </a:r>
                    </a:p>
                    <a:p>
                      <a:pPr algn="ctr" latinLnBrk="1"/>
                      <a:r>
                        <a:rPr lang="ko-KR" alt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업데이트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474133"/>
                  </a:ext>
                </a:extLst>
              </a:tr>
              <a:tr h="26963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GSA-970_REV.bin</a:t>
                      </a:r>
                      <a:endParaRPr lang="ko-KR" alt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dirty="0">
                          <a:latin typeface="Arial" panose="020B0604020202020204" pitchFamily="34" charset="0"/>
                          <a:ea typeface="나눔고딕 ExtraBold" panose="020D0904000000000000" pitchFamily="50" charset="-127"/>
                          <a:cs typeface="Arial" panose="020B0604020202020204" pitchFamily="34" charset="0"/>
                        </a:rPr>
                        <a:t>≈ </a:t>
                      </a:r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 KB</a:t>
                      </a:r>
                      <a:endParaRPr lang="ko-KR" alt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IR</a:t>
                      </a:r>
                      <a:r>
                        <a:rPr lang="ko-KR" alt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</a:t>
                      </a:r>
                      <a:r>
                        <a:rPr lang="ko-KR" alt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F/W</a:t>
                      </a:r>
                    </a:p>
                    <a:p>
                      <a:pPr algn="ctr" latinLnBrk="1"/>
                      <a:r>
                        <a:rPr lang="ko-KR" alt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업데이트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176700"/>
                  </a:ext>
                </a:extLst>
              </a:tr>
            </a:tbl>
          </a:graphicData>
        </a:graphic>
      </p:graphicFrame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33689BC-01FD-9F53-E866-5FC45E38EE86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4511338" y="3825674"/>
            <a:ext cx="1" cy="2888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C67EA6B-8606-5257-D03F-5CDE5E2F1C91}"/>
              </a:ext>
            </a:extLst>
          </p:cNvPr>
          <p:cNvSpPr/>
          <p:nvPr/>
        </p:nvSpPr>
        <p:spPr>
          <a:xfrm>
            <a:off x="3963731" y="4645554"/>
            <a:ext cx="1135185" cy="51163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파일수신 및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Nand Flash Write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9213E7E5-FCDE-F3E9-3332-94BB836233A4}"/>
              </a:ext>
            </a:extLst>
          </p:cNvPr>
          <p:cNvCxnSpPr>
            <a:cxnSpLocks/>
          </p:cNvCxnSpPr>
          <p:nvPr/>
        </p:nvCxnSpPr>
        <p:spPr>
          <a:xfrm>
            <a:off x="4523044" y="4431697"/>
            <a:ext cx="0" cy="2033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484FFA60-B7A4-1BC0-09B6-F3F269369435}"/>
              </a:ext>
            </a:extLst>
          </p:cNvPr>
          <p:cNvCxnSpPr>
            <a:cxnSpLocks/>
          </p:cNvCxnSpPr>
          <p:nvPr/>
        </p:nvCxnSpPr>
        <p:spPr>
          <a:xfrm flipV="1">
            <a:off x="2915816" y="3825674"/>
            <a:ext cx="0" cy="4473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55798EC1-5EFD-7EA2-123D-13E8368FC908}"/>
              </a:ext>
            </a:extLst>
          </p:cNvPr>
          <p:cNvCxnSpPr>
            <a:cxnSpLocks/>
          </p:cNvCxnSpPr>
          <p:nvPr/>
        </p:nvCxnSpPr>
        <p:spPr>
          <a:xfrm>
            <a:off x="2913067" y="4273059"/>
            <a:ext cx="111945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2D368C5-CD7A-5BA7-4EDC-2C8A47A98058}"/>
              </a:ext>
            </a:extLst>
          </p:cNvPr>
          <p:cNvSpPr/>
          <p:nvPr/>
        </p:nvSpPr>
        <p:spPr>
          <a:xfrm>
            <a:off x="2997454" y="4065835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OK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C218C76-9785-3E2E-D4E0-1125DCC005A7}"/>
              </a:ext>
            </a:extLst>
          </p:cNvPr>
          <p:cNvSpPr/>
          <p:nvPr/>
        </p:nvSpPr>
        <p:spPr>
          <a:xfrm>
            <a:off x="4149811" y="3846734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A222EF56-3093-F6EC-EC2F-0BF24E792D41}"/>
              </a:ext>
            </a:extLst>
          </p:cNvPr>
          <p:cNvCxnSpPr>
            <a:cxnSpLocks/>
          </p:cNvCxnSpPr>
          <p:nvPr/>
        </p:nvCxnSpPr>
        <p:spPr>
          <a:xfrm flipV="1">
            <a:off x="6113309" y="3825674"/>
            <a:ext cx="0" cy="4473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30D51288-7E41-17BF-5578-FBEC7ABB0382}"/>
              </a:ext>
            </a:extLst>
          </p:cNvPr>
          <p:cNvCxnSpPr>
            <a:cxnSpLocks/>
          </p:cNvCxnSpPr>
          <p:nvPr/>
        </p:nvCxnSpPr>
        <p:spPr>
          <a:xfrm flipH="1">
            <a:off x="4990151" y="4274155"/>
            <a:ext cx="112792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FE23EDE-B55C-F0F5-84AC-F947FA314242}"/>
              </a:ext>
            </a:extLst>
          </p:cNvPr>
          <p:cNvSpPr/>
          <p:nvPr/>
        </p:nvSpPr>
        <p:spPr>
          <a:xfrm>
            <a:off x="5728804" y="4059259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OK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0F98449-0290-11AB-9EB3-927B3869ED72}"/>
              </a:ext>
            </a:extLst>
          </p:cNvPr>
          <p:cNvSpPr/>
          <p:nvPr/>
        </p:nvSpPr>
        <p:spPr>
          <a:xfrm>
            <a:off x="3707904" y="4002882"/>
            <a:ext cx="1656177" cy="1298326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1036" name="직선 화살표 연결선 1035">
            <a:extLst>
              <a:ext uri="{FF2B5EF4-FFF2-40B4-BE49-F238E27FC236}">
                <a16:creationId xmlns:a16="http://schemas.microsoft.com/office/drawing/2014/main" id="{3D02491A-B132-B7EB-F81E-876E58D7C439}"/>
              </a:ext>
            </a:extLst>
          </p:cNvPr>
          <p:cNvCxnSpPr>
            <a:cxnSpLocks/>
          </p:cNvCxnSpPr>
          <p:nvPr/>
        </p:nvCxnSpPr>
        <p:spPr>
          <a:xfrm flipV="1">
            <a:off x="5213722" y="2333808"/>
            <a:ext cx="0" cy="1648014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직선 화살표 연결선 1064">
            <a:extLst>
              <a:ext uri="{FF2B5EF4-FFF2-40B4-BE49-F238E27FC236}">
                <a16:creationId xmlns:a16="http://schemas.microsoft.com/office/drawing/2014/main" id="{CBF7F2CB-4947-09EE-781F-EBA4D0C47EEC}"/>
              </a:ext>
            </a:extLst>
          </p:cNvPr>
          <p:cNvCxnSpPr>
            <a:cxnSpLocks/>
          </p:cNvCxnSpPr>
          <p:nvPr/>
        </p:nvCxnSpPr>
        <p:spPr>
          <a:xfrm>
            <a:off x="4523044" y="5160170"/>
            <a:ext cx="0" cy="2820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6" name="다이아몬드 1065">
            <a:extLst>
              <a:ext uri="{FF2B5EF4-FFF2-40B4-BE49-F238E27FC236}">
                <a16:creationId xmlns:a16="http://schemas.microsoft.com/office/drawing/2014/main" id="{FEFBFDDC-AA89-3FBA-A722-FAE8A450EBF8}"/>
              </a:ext>
            </a:extLst>
          </p:cNvPr>
          <p:cNvSpPr/>
          <p:nvPr/>
        </p:nvSpPr>
        <p:spPr>
          <a:xfrm>
            <a:off x="3661413" y="5445439"/>
            <a:ext cx="1722075" cy="829887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 data &lt; 512byte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67" name="직선 화살표 연결선 1066">
            <a:extLst>
              <a:ext uri="{FF2B5EF4-FFF2-40B4-BE49-F238E27FC236}">
                <a16:creationId xmlns:a16="http://schemas.microsoft.com/office/drawing/2014/main" id="{32C87CB0-63A3-5D91-5858-CE6B3FF6AFFE}"/>
              </a:ext>
            </a:extLst>
          </p:cNvPr>
          <p:cNvCxnSpPr>
            <a:cxnSpLocks/>
          </p:cNvCxnSpPr>
          <p:nvPr/>
        </p:nvCxnSpPr>
        <p:spPr>
          <a:xfrm>
            <a:off x="5364081" y="5862032"/>
            <a:ext cx="28803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1" name="직사각형 1070">
            <a:extLst>
              <a:ext uri="{FF2B5EF4-FFF2-40B4-BE49-F238E27FC236}">
                <a16:creationId xmlns:a16="http://schemas.microsoft.com/office/drawing/2014/main" id="{31B822D2-6202-14E5-1817-B16DE2DD2FE2}"/>
              </a:ext>
            </a:extLst>
          </p:cNvPr>
          <p:cNvSpPr/>
          <p:nvPr/>
        </p:nvSpPr>
        <p:spPr>
          <a:xfrm>
            <a:off x="5652120" y="5729373"/>
            <a:ext cx="957625" cy="26201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서버로 </a:t>
            </a:r>
            <a:r>
              <a:rPr lang="en-US" altLang="ko-KR" sz="900" dirty="0">
                <a:solidFill>
                  <a:schemeClr val="tx1"/>
                </a:solidFill>
              </a:rPr>
              <a:t>Ack </a:t>
            </a:r>
            <a:r>
              <a:rPr lang="ko-KR" altLang="en-US" sz="900" dirty="0">
                <a:solidFill>
                  <a:schemeClr val="tx1"/>
                </a:solidFill>
              </a:rPr>
              <a:t>전송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1072" name="직선 연결선 1071">
            <a:extLst>
              <a:ext uri="{FF2B5EF4-FFF2-40B4-BE49-F238E27FC236}">
                <a16:creationId xmlns:a16="http://schemas.microsoft.com/office/drawing/2014/main" id="{1389E446-C245-8F0B-F96D-5B26E64EFC70}"/>
              </a:ext>
            </a:extLst>
          </p:cNvPr>
          <p:cNvCxnSpPr>
            <a:cxnSpLocks/>
          </p:cNvCxnSpPr>
          <p:nvPr/>
        </p:nvCxnSpPr>
        <p:spPr>
          <a:xfrm>
            <a:off x="6156168" y="4893757"/>
            <a:ext cx="0" cy="831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직선 화살표 연결선 1073">
            <a:extLst>
              <a:ext uri="{FF2B5EF4-FFF2-40B4-BE49-F238E27FC236}">
                <a16:creationId xmlns:a16="http://schemas.microsoft.com/office/drawing/2014/main" id="{4CCB94A7-817A-3BC2-8EB1-90CC3511C6B0}"/>
              </a:ext>
            </a:extLst>
          </p:cNvPr>
          <p:cNvCxnSpPr>
            <a:cxnSpLocks/>
          </p:cNvCxnSpPr>
          <p:nvPr/>
        </p:nvCxnSpPr>
        <p:spPr>
          <a:xfrm flipH="1" flipV="1">
            <a:off x="5103745" y="4893757"/>
            <a:ext cx="1052423" cy="37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직사각형 1083">
            <a:extLst>
              <a:ext uri="{FF2B5EF4-FFF2-40B4-BE49-F238E27FC236}">
                <a16:creationId xmlns:a16="http://schemas.microsoft.com/office/drawing/2014/main" id="{F464D483-B6EA-0955-EC89-E610D4D1011B}"/>
              </a:ext>
            </a:extLst>
          </p:cNvPr>
          <p:cNvSpPr/>
          <p:nvPr/>
        </p:nvSpPr>
        <p:spPr>
          <a:xfrm>
            <a:off x="5306103" y="5654677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1086" name="직사각형 1085">
            <a:extLst>
              <a:ext uri="{FF2B5EF4-FFF2-40B4-BE49-F238E27FC236}">
                <a16:creationId xmlns:a16="http://schemas.microsoft.com/office/drawing/2014/main" id="{AA80189A-2982-058A-235F-F2CE415F6368}"/>
              </a:ext>
            </a:extLst>
          </p:cNvPr>
          <p:cNvSpPr/>
          <p:nvPr/>
        </p:nvSpPr>
        <p:spPr>
          <a:xfrm>
            <a:off x="5137174" y="6256089"/>
            <a:ext cx="957625" cy="26201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서버로 </a:t>
            </a:r>
            <a:r>
              <a:rPr lang="en-US" altLang="ko-KR" sz="900" dirty="0">
                <a:solidFill>
                  <a:schemeClr val="tx1"/>
                </a:solidFill>
              </a:rPr>
              <a:t>Ack </a:t>
            </a:r>
            <a:r>
              <a:rPr lang="ko-KR" altLang="en-US" sz="900" dirty="0">
                <a:solidFill>
                  <a:schemeClr val="tx1"/>
                </a:solidFill>
              </a:rPr>
              <a:t>전송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1087" name="직선 화살표 연결선 1086">
            <a:extLst>
              <a:ext uri="{FF2B5EF4-FFF2-40B4-BE49-F238E27FC236}">
                <a16:creationId xmlns:a16="http://schemas.microsoft.com/office/drawing/2014/main" id="{59436463-96F9-4EF6-8E75-924EFDF3BE97}"/>
              </a:ext>
            </a:extLst>
          </p:cNvPr>
          <p:cNvCxnSpPr>
            <a:cxnSpLocks/>
          </p:cNvCxnSpPr>
          <p:nvPr/>
        </p:nvCxnSpPr>
        <p:spPr>
          <a:xfrm>
            <a:off x="4522450" y="6408196"/>
            <a:ext cx="61472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직선 연결선 1088">
            <a:extLst>
              <a:ext uri="{FF2B5EF4-FFF2-40B4-BE49-F238E27FC236}">
                <a16:creationId xmlns:a16="http://schemas.microsoft.com/office/drawing/2014/main" id="{2F031528-AF2D-0F28-AC8B-37E2D66A517C}"/>
              </a:ext>
            </a:extLst>
          </p:cNvPr>
          <p:cNvCxnSpPr>
            <a:cxnSpLocks/>
          </p:cNvCxnSpPr>
          <p:nvPr/>
        </p:nvCxnSpPr>
        <p:spPr>
          <a:xfrm>
            <a:off x="4522450" y="6275326"/>
            <a:ext cx="0" cy="1328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직선 화살표 연결선 1092">
            <a:extLst>
              <a:ext uri="{FF2B5EF4-FFF2-40B4-BE49-F238E27FC236}">
                <a16:creationId xmlns:a16="http://schemas.microsoft.com/office/drawing/2014/main" id="{9458732E-7689-BBD3-76ED-D58C9CDD394D}"/>
              </a:ext>
            </a:extLst>
          </p:cNvPr>
          <p:cNvCxnSpPr>
            <a:cxnSpLocks/>
          </p:cNvCxnSpPr>
          <p:nvPr/>
        </p:nvCxnSpPr>
        <p:spPr>
          <a:xfrm>
            <a:off x="6759254" y="3356992"/>
            <a:ext cx="3098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4" name="직사각형 1093">
            <a:extLst>
              <a:ext uri="{FF2B5EF4-FFF2-40B4-BE49-F238E27FC236}">
                <a16:creationId xmlns:a16="http://schemas.microsoft.com/office/drawing/2014/main" id="{8F7F748C-FC4C-730F-BA1F-5BBC00DAE931}"/>
              </a:ext>
            </a:extLst>
          </p:cNvPr>
          <p:cNvSpPr/>
          <p:nvPr/>
        </p:nvSpPr>
        <p:spPr>
          <a:xfrm>
            <a:off x="7070278" y="3120906"/>
            <a:ext cx="1290647" cy="47217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[Task : END_UPDATE]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Boot Jump Select</a:t>
            </a:r>
          </a:p>
        </p:txBody>
      </p:sp>
      <p:sp>
        <p:nvSpPr>
          <p:cNvPr id="1095" name="직사각형 1094">
            <a:extLst>
              <a:ext uri="{FF2B5EF4-FFF2-40B4-BE49-F238E27FC236}">
                <a16:creationId xmlns:a16="http://schemas.microsoft.com/office/drawing/2014/main" id="{458D08A7-EB1A-03A2-6844-6E2201B43214}"/>
              </a:ext>
            </a:extLst>
          </p:cNvPr>
          <p:cNvSpPr/>
          <p:nvPr/>
        </p:nvSpPr>
        <p:spPr>
          <a:xfrm>
            <a:off x="6711285" y="3171405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</a:t>
            </a:r>
          </a:p>
        </p:txBody>
      </p:sp>
      <p:cxnSp>
        <p:nvCxnSpPr>
          <p:cNvPr id="1096" name="직선 연결선 1095">
            <a:extLst>
              <a:ext uri="{FF2B5EF4-FFF2-40B4-BE49-F238E27FC236}">
                <a16:creationId xmlns:a16="http://schemas.microsoft.com/office/drawing/2014/main" id="{4D3E4F0E-6165-ABF6-E3BF-361C7276DF69}"/>
              </a:ext>
            </a:extLst>
          </p:cNvPr>
          <p:cNvCxnSpPr>
            <a:cxnSpLocks/>
          </p:cNvCxnSpPr>
          <p:nvPr/>
        </p:nvCxnSpPr>
        <p:spPr>
          <a:xfrm>
            <a:off x="6094799" y="6384161"/>
            <a:ext cx="5040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9" name="직선 화살표 연결선 1098">
            <a:extLst>
              <a:ext uri="{FF2B5EF4-FFF2-40B4-BE49-F238E27FC236}">
                <a16:creationId xmlns:a16="http://schemas.microsoft.com/office/drawing/2014/main" id="{8BC01157-CDF7-90D8-DE62-757AC1D1C79B}"/>
              </a:ext>
            </a:extLst>
          </p:cNvPr>
          <p:cNvCxnSpPr>
            <a:cxnSpLocks/>
          </p:cNvCxnSpPr>
          <p:nvPr/>
        </p:nvCxnSpPr>
        <p:spPr>
          <a:xfrm>
            <a:off x="6595619" y="6369145"/>
            <a:ext cx="0" cy="3722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9" name="직사각형 1108">
            <a:extLst>
              <a:ext uri="{FF2B5EF4-FFF2-40B4-BE49-F238E27FC236}">
                <a16:creationId xmlns:a16="http://schemas.microsoft.com/office/drawing/2014/main" id="{B6456CB5-3C7B-2D7E-12E8-7BB7D7608913}"/>
              </a:ext>
            </a:extLst>
          </p:cNvPr>
          <p:cNvSpPr/>
          <p:nvPr/>
        </p:nvSpPr>
        <p:spPr>
          <a:xfrm>
            <a:off x="6628026" y="6476510"/>
            <a:ext cx="572285" cy="27771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계 속</a:t>
            </a:r>
            <a:endParaRPr lang="en-US" altLang="ko-KR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150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F85F58DE-E4E4-5372-609B-FF9599F2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가스감지기 원격 </a:t>
            </a:r>
            <a:r>
              <a:rPr lang="en-US" altLang="ko-KR" dirty="0"/>
              <a:t>F/W </a:t>
            </a:r>
            <a:r>
              <a:rPr lang="ko-KR" altLang="en-US" dirty="0"/>
              <a:t>업데이트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086787B7-DF00-1A61-BC77-EB77119AF0EA}"/>
              </a:ext>
            </a:extLst>
          </p:cNvPr>
          <p:cNvSpPr txBox="1"/>
          <p:nvPr/>
        </p:nvSpPr>
        <p:spPr>
          <a:xfrm>
            <a:off x="2770425" y="3472429"/>
            <a:ext cx="16561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- Main App </a:t>
            </a:r>
            <a:r>
              <a:rPr lang="ko-KR" alt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동작 순서도 </a:t>
            </a: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ko-KR" alt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다이아몬드 2">
            <a:extLst>
              <a:ext uri="{FF2B5EF4-FFF2-40B4-BE49-F238E27FC236}">
                <a16:creationId xmlns:a16="http://schemas.microsoft.com/office/drawing/2014/main" id="{6094A48F-103D-42B4-0DD4-DFCF74C36C2B}"/>
              </a:ext>
            </a:extLst>
          </p:cNvPr>
          <p:cNvSpPr/>
          <p:nvPr/>
        </p:nvSpPr>
        <p:spPr>
          <a:xfrm>
            <a:off x="1406396" y="1505622"/>
            <a:ext cx="1290647" cy="925622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State == </a:t>
            </a:r>
            <a:r>
              <a:rPr lang="en-US" altLang="ko-KR" sz="900" dirty="0" err="1">
                <a:solidFill>
                  <a:schemeClr val="tx1"/>
                </a:solidFill>
              </a:rPr>
              <a:t>Main_UPDATE</a:t>
            </a:r>
            <a:r>
              <a:rPr lang="en-US" altLang="ko-KR" sz="9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AE26D6-6729-EFFC-A1E4-2C19D1012D80}"/>
              </a:ext>
            </a:extLst>
          </p:cNvPr>
          <p:cNvSpPr/>
          <p:nvPr/>
        </p:nvSpPr>
        <p:spPr>
          <a:xfrm>
            <a:off x="2672287" y="1762015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563DA275-EE05-DD5F-8BCA-49C336DC07E5}"/>
              </a:ext>
            </a:extLst>
          </p:cNvPr>
          <p:cNvCxnSpPr>
            <a:cxnSpLocks/>
          </p:cNvCxnSpPr>
          <p:nvPr/>
        </p:nvCxnSpPr>
        <p:spPr>
          <a:xfrm>
            <a:off x="2051719" y="2431244"/>
            <a:ext cx="0" cy="2870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다이아몬드 6">
            <a:extLst>
              <a:ext uri="{FF2B5EF4-FFF2-40B4-BE49-F238E27FC236}">
                <a16:creationId xmlns:a16="http://schemas.microsoft.com/office/drawing/2014/main" id="{662DE7B0-99C1-F509-5AEC-89335090534A}"/>
              </a:ext>
            </a:extLst>
          </p:cNvPr>
          <p:cNvSpPr/>
          <p:nvPr/>
        </p:nvSpPr>
        <p:spPr>
          <a:xfrm>
            <a:off x="2987824" y="1504792"/>
            <a:ext cx="1290647" cy="925622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State == CT_UPDATE 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0B0882F-751E-C623-5354-74A6735D4591}"/>
              </a:ext>
            </a:extLst>
          </p:cNvPr>
          <p:cNvCxnSpPr>
            <a:cxnSpLocks/>
          </p:cNvCxnSpPr>
          <p:nvPr/>
        </p:nvCxnSpPr>
        <p:spPr>
          <a:xfrm>
            <a:off x="2697043" y="1971827"/>
            <a:ext cx="29078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C805ED-E5B1-829C-7419-C1C4EAF4F486}"/>
              </a:ext>
            </a:extLst>
          </p:cNvPr>
          <p:cNvSpPr/>
          <p:nvPr/>
        </p:nvSpPr>
        <p:spPr>
          <a:xfrm>
            <a:off x="4257837" y="1701714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10" name="다이아몬드 9">
            <a:extLst>
              <a:ext uri="{FF2B5EF4-FFF2-40B4-BE49-F238E27FC236}">
                <a16:creationId xmlns:a16="http://schemas.microsoft.com/office/drawing/2014/main" id="{71D0EBC1-1B97-03F1-C3C1-F2CA867C4629}"/>
              </a:ext>
            </a:extLst>
          </p:cNvPr>
          <p:cNvSpPr/>
          <p:nvPr/>
        </p:nvSpPr>
        <p:spPr>
          <a:xfrm>
            <a:off x="4574748" y="1504792"/>
            <a:ext cx="1290647" cy="925622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State == IR_UPDATE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EDAB5C4-4DCF-C9F3-FD01-445D64AF1017}"/>
              </a:ext>
            </a:extLst>
          </p:cNvPr>
          <p:cNvCxnSpPr>
            <a:cxnSpLocks/>
          </p:cNvCxnSpPr>
          <p:nvPr/>
        </p:nvCxnSpPr>
        <p:spPr>
          <a:xfrm>
            <a:off x="2051720" y="1124744"/>
            <a:ext cx="0" cy="3722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6DF974C-E182-A9EF-800D-2B7DD66A8256}"/>
              </a:ext>
            </a:extLst>
          </p:cNvPr>
          <p:cNvCxnSpPr>
            <a:cxnSpLocks/>
          </p:cNvCxnSpPr>
          <p:nvPr/>
        </p:nvCxnSpPr>
        <p:spPr>
          <a:xfrm>
            <a:off x="3633147" y="2431244"/>
            <a:ext cx="0" cy="2870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E69D6C24-7D12-A6BA-5581-36EDD71AA10E}"/>
              </a:ext>
            </a:extLst>
          </p:cNvPr>
          <p:cNvCxnSpPr>
            <a:cxnSpLocks/>
          </p:cNvCxnSpPr>
          <p:nvPr/>
        </p:nvCxnSpPr>
        <p:spPr>
          <a:xfrm>
            <a:off x="5220071" y="2431244"/>
            <a:ext cx="0" cy="2870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4CC6610-9468-5815-9B8F-4E30D7CB7734}"/>
              </a:ext>
            </a:extLst>
          </p:cNvPr>
          <p:cNvCxnSpPr>
            <a:cxnSpLocks/>
          </p:cNvCxnSpPr>
          <p:nvPr/>
        </p:nvCxnSpPr>
        <p:spPr>
          <a:xfrm>
            <a:off x="4281219" y="1967755"/>
            <a:ext cx="29078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9CBA3DE-ABF5-81EC-7528-D783899BBEBA}"/>
              </a:ext>
            </a:extLst>
          </p:cNvPr>
          <p:cNvSpPr/>
          <p:nvPr/>
        </p:nvSpPr>
        <p:spPr>
          <a:xfrm>
            <a:off x="1459566" y="2718338"/>
            <a:ext cx="1173315" cy="4292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State = CT_UPDATE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41204D6-7DF1-E940-7480-087576B726BB}"/>
              </a:ext>
            </a:extLst>
          </p:cNvPr>
          <p:cNvSpPr/>
          <p:nvPr/>
        </p:nvSpPr>
        <p:spPr>
          <a:xfrm>
            <a:off x="3046489" y="2728991"/>
            <a:ext cx="1173315" cy="4292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State = IR_UPDATE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868F4E2-B9A2-E83E-4743-DC88B1CB454E}"/>
              </a:ext>
            </a:extLst>
          </p:cNvPr>
          <p:cNvSpPr/>
          <p:nvPr/>
        </p:nvSpPr>
        <p:spPr>
          <a:xfrm>
            <a:off x="4632383" y="2728991"/>
            <a:ext cx="1173315" cy="4292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State = END_UPDATE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D43BD46-8F12-A893-2BB3-FAE20067F440}"/>
              </a:ext>
            </a:extLst>
          </p:cNvPr>
          <p:cNvSpPr/>
          <p:nvPr/>
        </p:nvSpPr>
        <p:spPr>
          <a:xfrm>
            <a:off x="2142778" y="2430413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OK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4CE62F2-30FE-E1CD-C056-AFA8513B5998}"/>
              </a:ext>
            </a:extLst>
          </p:cNvPr>
          <p:cNvSpPr/>
          <p:nvPr/>
        </p:nvSpPr>
        <p:spPr>
          <a:xfrm>
            <a:off x="3681424" y="2452421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OK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D60ABCF-1D02-0754-271B-2A09242BCC44}"/>
              </a:ext>
            </a:extLst>
          </p:cNvPr>
          <p:cNvSpPr/>
          <p:nvPr/>
        </p:nvSpPr>
        <p:spPr>
          <a:xfrm>
            <a:off x="5384965" y="2430413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3874363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F85F58DE-E4E4-5372-609B-FF9599F2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가스감지기 원격 </a:t>
            </a:r>
            <a:r>
              <a:rPr lang="en-US" altLang="ko-KR" dirty="0"/>
              <a:t>F/W </a:t>
            </a:r>
            <a:r>
              <a:rPr lang="ko-KR" altLang="en-US" dirty="0"/>
              <a:t>업데이트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6D40932-3022-2C60-DA69-28975937DCC0}"/>
              </a:ext>
            </a:extLst>
          </p:cNvPr>
          <p:cNvSpPr/>
          <p:nvPr/>
        </p:nvSpPr>
        <p:spPr>
          <a:xfrm>
            <a:off x="803770" y="1204616"/>
            <a:ext cx="1199755" cy="34530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Main Boot</a:t>
            </a:r>
            <a:r>
              <a:rPr lang="ko-KR" altLang="en-US" sz="900" dirty="0">
                <a:solidFill>
                  <a:schemeClr val="tx1"/>
                </a:solidFill>
              </a:rPr>
              <a:t> 영역 진입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5A029339-7B26-19F4-7B68-3768FC0ECE47}"/>
              </a:ext>
            </a:extLst>
          </p:cNvPr>
          <p:cNvCxnSpPr>
            <a:cxnSpLocks/>
          </p:cNvCxnSpPr>
          <p:nvPr/>
        </p:nvCxnSpPr>
        <p:spPr>
          <a:xfrm>
            <a:off x="1403648" y="980728"/>
            <a:ext cx="0" cy="2033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C11AAB-3648-A393-6D45-78CC3D13794C}"/>
              </a:ext>
            </a:extLst>
          </p:cNvPr>
          <p:cNvSpPr/>
          <p:nvPr/>
        </p:nvSpPr>
        <p:spPr>
          <a:xfrm>
            <a:off x="747661" y="2270242"/>
            <a:ext cx="1402060" cy="45960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Clock setting,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Peripheral initialize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B36B5A-BA90-9C38-7565-46DFF3D2FB63}"/>
              </a:ext>
            </a:extLst>
          </p:cNvPr>
          <p:cNvSpPr/>
          <p:nvPr/>
        </p:nvSpPr>
        <p:spPr>
          <a:xfrm>
            <a:off x="594458" y="2916809"/>
            <a:ext cx="1689612" cy="6446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Remote Update Flag check!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Nand Flash Flag read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en-US" altLang="ko-KR" sz="900" dirty="0" err="1">
                <a:solidFill>
                  <a:schemeClr val="tx1"/>
                </a:solidFill>
              </a:rPr>
              <a:t>MainFlag</a:t>
            </a:r>
            <a:r>
              <a:rPr lang="en-US" altLang="ko-KR" sz="900" dirty="0">
                <a:solidFill>
                  <a:schemeClr val="tx1"/>
                </a:solidFill>
              </a:rPr>
              <a:t>, </a:t>
            </a:r>
            <a:r>
              <a:rPr lang="en-US" altLang="ko-KR" sz="900" dirty="0" err="1">
                <a:solidFill>
                  <a:schemeClr val="tx1"/>
                </a:solidFill>
              </a:rPr>
              <a:t>CtFlag</a:t>
            </a:r>
            <a:r>
              <a:rPr lang="en-US" altLang="ko-KR" sz="900" dirty="0">
                <a:solidFill>
                  <a:schemeClr val="tx1"/>
                </a:solidFill>
              </a:rPr>
              <a:t>, </a:t>
            </a:r>
            <a:r>
              <a:rPr lang="en-US" altLang="ko-KR" sz="900" dirty="0" err="1">
                <a:solidFill>
                  <a:schemeClr val="tx1"/>
                </a:solidFill>
              </a:rPr>
              <a:t>IrFlag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2A4683-DA79-46C4-4C19-17D79EA834DC}"/>
              </a:ext>
            </a:extLst>
          </p:cNvPr>
          <p:cNvSpPr/>
          <p:nvPr/>
        </p:nvSpPr>
        <p:spPr>
          <a:xfrm>
            <a:off x="531932" y="4766672"/>
            <a:ext cx="1825753" cy="55123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 err="1">
                <a:solidFill>
                  <a:schemeClr val="tx1"/>
                </a:solidFill>
              </a:rPr>
              <a:t>MainFlag</a:t>
            </a:r>
            <a:r>
              <a:rPr lang="en-US" altLang="ko-KR" sz="900" dirty="0">
                <a:solidFill>
                  <a:schemeClr val="tx1"/>
                </a:solidFill>
              </a:rPr>
              <a:t> = FALSE -&gt; Nand flash W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Nand flash R -&gt;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Main flash </a:t>
            </a:r>
            <a:r>
              <a:rPr lang="ko-KR" altLang="en-US" sz="900" dirty="0">
                <a:solidFill>
                  <a:schemeClr val="tx1"/>
                </a:solidFill>
              </a:rPr>
              <a:t>에 </a:t>
            </a:r>
            <a:r>
              <a:rPr lang="en-US" altLang="ko-KR" sz="900" dirty="0">
                <a:solidFill>
                  <a:schemeClr val="tx1"/>
                </a:solidFill>
              </a:rPr>
              <a:t>Main App </a:t>
            </a:r>
            <a:r>
              <a:rPr lang="ko-KR" altLang="en-US" sz="900" dirty="0">
                <a:solidFill>
                  <a:schemeClr val="tx1"/>
                </a:solidFill>
              </a:rPr>
              <a:t>파일 업로드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2" name="다이아몬드 21">
            <a:extLst>
              <a:ext uri="{FF2B5EF4-FFF2-40B4-BE49-F238E27FC236}">
                <a16:creationId xmlns:a16="http://schemas.microsoft.com/office/drawing/2014/main" id="{28FC0904-05FB-8BD8-1068-ACECCE88F256}"/>
              </a:ext>
            </a:extLst>
          </p:cNvPr>
          <p:cNvSpPr/>
          <p:nvPr/>
        </p:nvSpPr>
        <p:spPr>
          <a:xfrm>
            <a:off x="570637" y="3768462"/>
            <a:ext cx="1738664" cy="791795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MainFlag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 == TRUE</a:t>
            </a:r>
            <a:endParaRPr lang="ko-KR" altLang="en-US" sz="900" dirty="0"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3B90701D-1707-D6BB-28E2-878967942A0B}"/>
              </a:ext>
            </a:extLst>
          </p:cNvPr>
          <p:cNvCxnSpPr>
            <a:cxnSpLocks/>
          </p:cNvCxnSpPr>
          <p:nvPr/>
        </p:nvCxnSpPr>
        <p:spPr>
          <a:xfrm>
            <a:off x="1412127" y="2062350"/>
            <a:ext cx="0" cy="2033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2F1340C-2F3F-4F03-8152-797B524A6A68}"/>
              </a:ext>
            </a:extLst>
          </p:cNvPr>
          <p:cNvCxnSpPr>
            <a:cxnSpLocks/>
          </p:cNvCxnSpPr>
          <p:nvPr/>
        </p:nvCxnSpPr>
        <p:spPr>
          <a:xfrm>
            <a:off x="1421033" y="2729845"/>
            <a:ext cx="0" cy="2033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EE363F6-DA25-0E17-D662-43C20D000DEF}"/>
              </a:ext>
            </a:extLst>
          </p:cNvPr>
          <p:cNvCxnSpPr>
            <a:cxnSpLocks/>
          </p:cNvCxnSpPr>
          <p:nvPr/>
        </p:nvCxnSpPr>
        <p:spPr>
          <a:xfrm>
            <a:off x="1448691" y="3562856"/>
            <a:ext cx="0" cy="2033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AB5D91B-F837-6C24-1C73-B0D72695676A}"/>
              </a:ext>
            </a:extLst>
          </p:cNvPr>
          <p:cNvCxnSpPr>
            <a:cxnSpLocks/>
          </p:cNvCxnSpPr>
          <p:nvPr/>
        </p:nvCxnSpPr>
        <p:spPr>
          <a:xfrm>
            <a:off x="1439264" y="4560257"/>
            <a:ext cx="0" cy="2033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080DDBB-28E6-717B-DBD5-BD3003935716}"/>
              </a:ext>
            </a:extLst>
          </p:cNvPr>
          <p:cNvSpPr/>
          <p:nvPr/>
        </p:nvSpPr>
        <p:spPr>
          <a:xfrm>
            <a:off x="1473192" y="4562495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706244D-D2A0-3D70-D8C8-CB221FF8C8AC}"/>
              </a:ext>
            </a:extLst>
          </p:cNvPr>
          <p:cNvCxnSpPr>
            <a:cxnSpLocks/>
          </p:cNvCxnSpPr>
          <p:nvPr/>
        </p:nvCxnSpPr>
        <p:spPr>
          <a:xfrm>
            <a:off x="2734374" y="3212009"/>
            <a:ext cx="21602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직선 연결선 1031">
            <a:extLst>
              <a:ext uri="{FF2B5EF4-FFF2-40B4-BE49-F238E27FC236}">
                <a16:creationId xmlns:a16="http://schemas.microsoft.com/office/drawing/2014/main" id="{AEB737A3-9CA2-DA3E-51B8-734AC94C8AF1}"/>
              </a:ext>
            </a:extLst>
          </p:cNvPr>
          <p:cNvCxnSpPr>
            <a:cxnSpLocks/>
          </p:cNvCxnSpPr>
          <p:nvPr/>
        </p:nvCxnSpPr>
        <p:spPr>
          <a:xfrm flipH="1">
            <a:off x="2284070" y="4164359"/>
            <a:ext cx="45030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직선 화살표 연결선 1033">
            <a:extLst>
              <a:ext uri="{FF2B5EF4-FFF2-40B4-BE49-F238E27FC236}">
                <a16:creationId xmlns:a16="http://schemas.microsoft.com/office/drawing/2014/main" id="{FEB1F014-C749-77BE-C750-0588E7963C50}"/>
              </a:ext>
            </a:extLst>
          </p:cNvPr>
          <p:cNvCxnSpPr>
            <a:cxnSpLocks/>
          </p:cNvCxnSpPr>
          <p:nvPr/>
        </p:nvCxnSpPr>
        <p:spPr>
          <a:xfrm>
            <a:off x="4572000" y="3212009"/>
            <a:ext cx="21603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A9ACE08-626B-D094-CE04-13D03C049CEB}"/>
              </a:ext>
            </a:extLst>
          </p:cNvPr>
          <p:cNvSpPr/>
          <p:nvPr/>
        </p:nvSpPr>
        <p:spPr>
          <a:xfrm>
            <a:off x="2346226" y="3946486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EDD14064-3577-6AFF-4248-965EAB80FF8E}"/>
              </a:ext>
            </a:extLst>
          </p:cNvPr>
          <p:cNvCxnSpPr>
            <a:cxnSpLocks/>
          </p:cNvCxnSpPr>
          <p:nvPr/>
        </p:nvCxnSpPr>
        <p:spPr>
          <a:xfrm>
            <a:off x="1403647" y="1549922"/>
            <a:ext cx="0" cy="2033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1FB9997-3E3C-9844-E2CA-D4209A2CE3F4}"/>
              </a:ext>
            </a:extLst>
          </p:cNvPr>
          <p:cNvSpPr/>
          <p:nvPr/>
        </p:nvSpPr>
        <p:spPr>
          <a:xfrm>
            <a:off x="791192" y="1754748"/>
            <a:ext cx="1296144" cy="30760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시작</a:t>
            </a:r>
          </a:p>
        </p:txBody>
      </p:sp>
      <p:sp>
        <p:nvSpPr>
          <p:cNvPr id="11" name="다이아몬드 10">
            <a:extLst>
              <a:ext uri="{FF2B5EF4-FFF2-40B4-BE49-F238E27FC236}">
                <a16:creationId xmlns:a16="http://schemas.microsoft.com/office/drawing/2014/main" id="{B0EAD83A-7D09-9D61-4BCA-5EDA4599CBF9}"/>
              </a:ext>
            </a:extLst>
          </p:cNvPr>
          <p:cNvSpPr/>
          <p:nvPr/>
        </p:nvSpPr>
        <p:spPr>
          <a:xfrm>
            <a:off x="2957441" y="2821281"/>
            <a:ext cx="1614559" cy="791795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CtFlag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 == TRUE</a:t>
            </a:r>
            <a:endParaRPr lang="ko-KR" altLang="en-US" sz="9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318E08-7D63-376B-1499-9CEDF0EE37B6}"/>
              </a:ext>
            </a:extLst>
          </p:cNvPr>
          <p:cNvSpPr/>
          <p:nvPr/>
        </p:nvSpPr>
        <p:spPr>
          <a:xfrm>
            <a:off x="4503835" y="2989605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CEEFDA6-87AD-6481-3AF2-37527FCBE699}"/>
              </a:ext>
            </a:extLst>
          </p:cNvPr>
          <p:cNvCxnSpPr>
            <a:cxnSpLocks/>
          </p:cNvCxnSpPr>
          <p:nvPr/>
        </p:nvCxnSpPr>
        <p:spPr>
          <a:xfrm flipV="1">
            <a:off x="2734374" y="3212976"/>
            <a:ext cx="0" cy="95138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다이아몬드 45">
            <a:extLst>
              <a:ext uri="{FF2B5EF4-FFF2-40B4-BE49-F238E27FC236}">
                <a16:creationId xmlns:a16="http://schemas.microsoft.com/office/drawing/2014/main" id="{1BEA8B3A-61D6-706A-7560-2CAB5C274A9C}"/>
              </a:ext>
            </a:extLst>
          </p:cNvPr>
          <p:cNvSpPr/>
          <p:nvPr/>
        </p:nvSpPr>
        <p:spPr>
          <a:xfrm>
            <a:off x="4785639" y="2820806"/>
            <a:ext cx="1561644" cy="791795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IrFlag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 == TRUE</a:t>
            </a:r>
            <a:endParaRPr lang="ko-KR" altLang="en-US" sz="900" dirty="0"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68C1C801-0C1A-0AFF-73CE-52155BBD404F}"/>
              </a:ext>
            </a:extLst>
          </p:cNvPr>
          <p:cNvCxnSpPr>
            <a:cxnSpLocks/>
          </p:cNvCxnSpPr>
          <p:nvPr/>
        </p:nvCxnSpPr>
        <p:spPr>
          <a:xfrm>
            <a:off x="6351393" y="3213043"/>
            <a:ext cx="21603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51D10E6-599E-1992-3886-CA9E1ACBE95C}"/>
              </a:ext>
            </a:extLst>
          </p:cNvPr>
          <p:cNvSpPr/>
          <p:nvPr/>
        </p:nvSpPr>
        <p:spPr>
          <a:xfrm>
            <a:off x="6288535" y="2975825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35E2E8DC-BA4B-FBB7-9418-2937EA6C9D69}"/>
              </a:ext>
            </a:extLst>
          </p:cNvPr>
          <p:cNvCxnSpPr>
            <a:cxnSpLocks/>
          </p:cNvCxnSpPr>
          <p:nvPr/>
        </p:nvCxnSpPr>
        <p:spPr>
          <a:xfrm>
            <a:off x="8315130" y="3196671"/>
            <a:ext cx="0" cy="3154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EDB3FB0C-0E2F-1C3B-4C2D-DFA8B88E56B7}"/>
              </a:ext>
            </a:extLst>
          </p:cNvPr>
          <p:cNvCxnSpPr>
            <a:cxnSpLocks/>
          </p:cNvCxnSpPr>
          <p:nvPr/>
        </p:nvCxnSpPr>
        <p:spPr>
          <a:xfrm>
            <a:off x="3769185" y="3613076"/>
            <a:ext cx="0" cy="4684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23126D88-5A88-2736-095E-F72DC9ADA59A}"/>
              </a:ext>
            </a:extLst>
          </p:cNvPr>
          <p:cNvCxnSpPr>
            <a:cxnSpLocks/>
          </p:cNvCxnSpPr>
          <p:nvPr/>
        </p:nvCxnSpPr>
        <p:spPr>
          <a:xfrm>
            <a:off x="7271319" y="3597222"/>
            <a:ext cx="0" cy="4925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A81DC40-C72E-3348-263B-84C1A7687F9E}"/>
              </a:ext>
            </a:extLst>
          </p:cNvPr>
          <p:cNvSpPr/>
          <p:nvPr/>
        </p:nvSpPr>
        <p:spPr>
          <a:xfrm>
            <a:off x="3417173" y="3680488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OK</a:t>
            </a:r>
          </a:p>
        </p:txBody>
      </p:sp>
      <p:sp>
        <p:nvSpPr>
          <p:cNvPr id="1024" name="직사각형 1023">
            <a:extLst>
              <a:ext uri="{FF2B5EF4-FFF2-40B4-BE49-F238E27FC236}">
                <a16:creationId xmlns:a16="http://schemas.microsoft.com/office/drawing/2014/main" id="{DC3188C6-B309-6C02-3F6E-2825DF7DDE7B}"/>
              </a:ext>
            </a:extLst>
          </p:cNvPr>
          <p:cNvSpPr/>
          <p:nvPr/>
        </p:nvSpPr>
        <p:spPr>
          <a:xfrm>
            <a:off x="5190904" y="3681218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OK</a:t>
            </a:r>
          </a:p>
        </p:txBody>
      </p:sp>
      <p:sp>
        <p:nvSpPr>
          <p:cNvPr id="1025" name="직사각형 1024">
            <a:extLst>
              <a:ext uri="{FF2B5EF4-FFF2-40B4-BE49-F238E27FC236}">
                <a16:creationId xmlns:a16="http://schemas.microsoft.com/office/drawing/2014/main" id="{31D23C05-A710-BD22-52E4-1EA875C83EBE}"/>
              </a:ext>
            </a:extLst>
          </p:cNvPr>
          <p:cNvSpPr/>
          <p:nvPr/>
        </p:nvSpPr>
        <p:spPr>
          <a:xfrm>
            <a:off x="6855337" y="3644856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OK</a:t>
            </a:r>
          </a:p>
        </p:txBody>
      </p:sp>
      <p:sp>
        <p:nvSpPr>
          <p:cNvPr id="1028" name="다이아몬드 1027">
            <a:extLst>
              <a:ext uri="{FF2B5EF4-FFF2-40B4-BE49-F238E27FC236}">
                <a16:creationId xmlns:a16="http://schemas.microsoft.com/office/drawing/2014/main" id="{F2BECDBB-22D3-EF7D-A73B-E29C1F4EDB8F}"/>
              </a:ext>
            </a:extLst>
          </p:cNvPr>
          <p:cNvSpPr/>
          <p:nvPr/>
        </p:nvSpPr>
        <p:spPr>
          <a:xfrm>
            <a:off x="6567431" y="2812127"/>
            <a:ext cx="1402061" cy="791795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Boot Key 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 On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29" name="직선 연결선 1028">
            <a:extLst>
              <a:ext uri="{FF2B5EF4-FFF2-40B4-BE49-F238E27FC236}">
                <a16:creationId xmlns:a16="http://schemas.microsoft.com/office/drawing/2014/main" id="{10CD84DD-178C-FF29-9631-B145F7CF3E1C}"/>
              </a:ext>
            </a:extLst>
          </p:cNvPr>
          <p:cNvCxnSpPr>
            <a:cxnSpLocks/>
          </p:cNvCxnSpPr>
          <p:nvPr/>
        </p:nvCxnSpPr>
        <p:spPr>
          <a:xfrm flipH="1">
            <a:off x="7959867" y="3201434"/>
            <a:ext cx="36379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3" name="직사각형 1032">
            <a:extLst>
              <a:ext uri="{FF2B5EF4-FFF2-40B4-BE49-F238E27FC236}">
                <a16:creationId xmlns:a16="http://schemas.microsoft.com/office/drawing/2014/main" id="{582A4D2B-75A5-CDE0-ABA8-EDDA6BDEB4FF}"/>
              </a:ext>
            </a:extLst>
          </p:cNvPr>
          <p:cNvSpPr/>
          <p:nvPr/>
        </p:nvSpPr>
        <p:spPr>
          <a:xfrm>
            <a:off x="8073235" y="2967340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1037" name="직사각형 1036">
            <a:extLst>
              <a:ext uri="{FF2B5EF4-FFF2-40B4-BE49-F238E27FC236}">
                <a16:creationId xmlns:a16="http://schemas.microsoft.com/office/drawing/2014/main" id="{DF627338-B533-9AB1-B984-6FFBF991CEC2}"/>
              </a:ext>
            </a:extLst>
          </p:cNvPr>
          <p:cNvSpPr/>
          <p:nvPr/>
        </p:nvSpPr>
        <p:spPr>
          <a:xfrm>
            <a:off x="6717753" y="4096866"/>
            <a:ext cx="1101415" cy="40329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SD Card </a:t>
            </a:r>
            <a:r>
              <a:rPr lang="ko-KR" altLang="en-US" sz="900" dirty="0">
                <a:solidFill>
                  <a:schemeClr val="tx1"/>
                </a:solidFill>
              </a:rPr>
              <a:t>로 펌웨어 업데이트 로직 실행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1459114-A2AC-BBD8-EA95-25872BCF504E}"/>
              </a:ext>
            </a:extLst>
          </p:cNvPr>
          <p:cNvSpPr/>
          <p:nvPr/>
        </p:nvSpPr>
        <p:spPr>
          <a:xfrm>
            <a:off x="2953916" y="4084750"/>
            <a:ext cx="1633068" cy="92080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 err="1">
                <a:solidFill>
                  <a:schemeClr val="tx1"/>
                </a:solidFill>
              </a:rPr>
              <a:t>CtFlag</a:t>
            </a:r>
            <a:r>
              <a:rPr lang="en-US" altLang="ko-KR" sz="900" dirty="0">
                <a:solidFill>
                  <a:schemeClr val="tx1"/>
                </a:solidFill>
              </a:rPr>
              <a:t> = FALSE -&gt; Nand flash W 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CT </a:t>
            </a:r>
            <a:r>
              <a:rPr lang="en-US" altLang="ko-KR" sz="900" dirty="0" err="1">
                <a:solidFill>
                  <a:schemeClr val="tx1"/>
                </a:solidFill>
              </a:rPr>
              <a:t>BootLoader</a:t>
            </a:r>
            <a:r>
              <a:rPr lang="en-US" altLang="ko-KR" sz="900" dirty="0">
                <a:solidFill>
                  <a:schemeClr val="tx1"/>
                </a:solidFill>
              </a:rPr>
              <a:t> </a:t>
            </a:r>
            <a:r>
              <a:rPr lang="ko-KR" altLang="en-US" sz="900" dirty="0">
                <a:solidFill>
                  <a:schemeClr val="tx1"/>
                </a:solidFill>
              </a:rPr>
              <a:t>와 </a:t>
            </a:r>
            <a:r>
              <a:rPr lang="en-US" altLang="ko-KR" sz="900" dirty="0" err="1">
                <a:solidFill>
                  <a:schemeClr val="tx1"/>
                </a:solidFill>
              </a:rPr>
              <a:t>Usart</a:t>
            </a:r>
            <a:r>
              <a:rPr lang="en-US" altLang="ko-KR" sz="900" dirty="0">
                <a:solidFill>
                  <a:schemeClr val="tx1"/>
                </a:solidFill>
              </a:rPr>
              <a:t> </a:t>
            </a:r>
            <a:r>
              <a:rPr lang="ko-KR" altLang="en-US" sz="900" dirty="0">
                <a:solidFill>
                  <a:schemeClr val="tx1"/>
                </a:solidFill>
              </a:rPr>
              <a:t>로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패킷 통신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Nand flash R -&gt;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CT flash </a:t>
            </a:r>
            <a:r>
              <a:rPr lang="ko-KR" altLang="en-US" sz="900" dirty="0">
                <a:solidFill>
                  <a:schemeClr val="tx1"/>
                </a:solidFill>
              </a:rPr>
              <a:t>에  </a:t>
            </a:r>
            <a:r>
              <a:rPr lang="en-US" altLang="ko-KR" sz="900" dirty="0">
                <a:solidFill>
                  <a:schemeClr val="tx1"/>
                </a:solidFill>
              </a:rPr>
              <a:t>CT App </a:t>
            </a:r>
            <a:r>
              <a:rPr lang="ko-KR" altLang="en-US" sz="900" dirty="0">
                <a:solidFill>
                  <a:schemeClr val="tx1"/>
                </a:solidFill>
              </a:rPr>
              <a:t>파일 업로드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B97B7B7-2D99-AE3C-E938-19A8DEE4D863}"/>
              </a:ext>
            </a:extLst>
          </p:cNvPr>
          <p:cNvCxnSpPr>
            <a:cxnSpLocks/>
          </p:cNvCxnSpPr>
          <p:nvPr/>
        </p:nvCxnSpPr>
        <p:spPr>
          <a:xfrm>
            <a:off x="5564872" y="3621255"/>
            <a:ext cx="0" cy="4684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175519B-5CAC-E902-076D-B87B42D8230F}"/>
              </a:ext>
            </a:extLst>
          </p:cNvPr>
          <p:cNvSpPr/>
          <p:nvPr/>
        </p:nvSpPr>
        <p:spPr>
          <a:xfrm>
            <a:off x="4750148" y="4084750"/>
            <a:ext cx="1633068" cy="92080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 err="1">
                <a:solidFill>
                  <a:schemeClr val="tx1"/>
                </a:solidFill>
              </a:rPr>
              <a:t>IrFlag</a:t>
            </a:r>
            <a:r>
              <a:rPr lang="en-US" altLang="ko-KR" sz="900" dirty="0">
                <a:solidFill>
                  <a:schemeClr val="tx1"/>
                </a:solidFill>
              </a:rPr>
              <a:t> = FALSE -&gt; Nand flash W 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IR </a:t>
            </a:r>
            <a:r>
              <a:rPr lang="en-US" altLang="ko-KR" sz="900" dirty="0" err="1">
                <a:solidFill>
                  <a:schemeClr val="tx1"/>
                </a:solidFill>
              </a:rPr>
              <a:t>BootLoader</a:t>
            </a:r>
            <a:r>
              <a:rPr lang="en-US" altLang="ko-KR" sz="900" dirty="0">
                <a:solidFill>
                  <a:schemeClr val="tx1"/>
                </a:solidFill>
              </a:rPr>
              <a:t> </a:t>
            </a:r>
            <a:r>
              <a:rPr lang="ko-KR" altLang="en-US" sz="900" dirty="0">
                <a:solidFill>
                  <a:schemeClr val="tx1"/>
                </a:solidFill>
              </a:rPr>
              <a:t>와 </a:t>
            </a:r>
            <a:r>
              <a:rPr lang="en-US" altLang="ko-KR" sz="900" dirty="0" err="1">
                <a:solidFill>
                  <a:schemeClr val="tx1"/>
                </a:solidFill>
              </a:rPr>
              <a:t>Usart</a:t>
            </a:r>
            <a:r>
              <a:rPr lang="en-US" altLang="ko-KR" sz="900" dirty="0">
                <a:solidFill>
                  <a:schemeClr val="tx1"/>
                </a:solidFill>
              </a:rPr>
              <a:t> </a:t>
            </a:r>
            <a:r>
              <a:rPr lang="ko-KR" altLang="en-US" sz="900" dirty="0">
                <a:solidFill>
                  <a:schemeClr val="tx1"/>
                </a:solidFill>
              </a:rPr>
              <a:t>로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패킷 통신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Nand flash R -&gt;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IR flash </a:t>
            </a:r>
            <a:r>
              <a:rPr lang="ko-KR" altLang="en-US" sz="900" dirty="0">
                <a:solidFill>
                  <a:schemeClr val="tx1"/>
                </a:solidFill>
              </a:rPr>
              <a:t>에  </a:t>
            </a:r>
            <a:r>
              <a:rPr lang="en-US" altLang="ko-KR" sz="900" dirty="0">
                <a:solidFill>
                  <a:schemeClr val="tx1"/>
                </a:solidFill>
              </a:rPr>
              <a:t>IR App </a:t>
            </a:r>
            <a:r>
              <a:rPr lang="ko-KR" altLang="en-US" sz="900" dirty="0">
                <a:solidFill>
                  <a:schemeClr val="tx1"/>
                </a:solidFill>
              </a:rPr>
              <a:t>파일 업로드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0D4C0CB-D4D2-2F8D-54FF-21A202774616}"/>
              </a:ext>
            </a:extLst>
          </p:cNvPr>
          <p:cNvCxnSpPr>
            <a:cxnSpLocks/>
          </p:cNvCxnSpPr>
          <p:nvPr/>
        </p:nvCxnSpPr>
        <p:spPr>
          <a:xfrm>
            <a:off x="1448691" y="5317907"/>
            <a:ext cx="0" cy="1993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01245A7-48C8-DBF9-0265-363651F2A008}"/>
              </a:ext>
            </a:extLst>
          </p:cNvPr>
          <p:cNvSpPr/>
          <p:nvPr/>
        </p:nvSpPr>
        <p:spPr>
          <a:xfrm>
            <a:off x="7772954" y="3519253"/>
            <a:ext cx="1101415" cy="40329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Main, CT, IR App </a:t>
            </a:r>
            <a:r>
              <a:rPr lang="ko-KR" altLang="en-US" sz="900" dirty="0">
                <a:solidFill>
                  <a:schemeClr val="tx1"/>
                </a:solidFill>
              </a:rPr>
              <a:t>실행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1" name="다이아몬드 20">
            <a:extLst>
              <a:ext uri="{FF2B5EF4-FFF2-40B4-BE49-F238E27FC236}">
                <a16:creationId xmlns:a16="http://schemas.microsoft.com/office/drawing/2014/main" id="{4819A6E1-5435-D49C-A500-424849D68697}"/>
              </a:ext>
            </a:extLst>
          </p:cNvPr>
          <p:cNvSpPr/>
          <p:nvPr/>
        </p:nvSpPr>
        <p:spPr>
          <a:xfrm>
            <a:off x="953532" y="5517232"/>
            <a:ext cx="990317" cy="791795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>
                <a:solidFill>
                  <a:schemeClr val="tx1"/>
                </a:solidFill>
              </a:rPr>
              <a:t>CtFlag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 == TRUE</a:t>
            </a:r>
            <a:endParaRPr lang="ko-KR" altLang="en-US" sz="900" dirty="0"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A3D0DD0-391E-1160-E4DA-CCECAF2B2555}"/>
              </a:ext>
            </a:extLst>
          </p:cNvPr>
          <p:cNvCxnSpPr>
            <a:cxnSpLocks/>
          </p:cNvCxnSpPr>
          <p:nvPr/>
        </p:nvCxnSpPr>
        <p:spPr>
          <a:xfrm>
            <a:off x="1943849" y="5913129"/>
            <a:ext cx="1715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다이아몬드 30">
            <a:extLst>
              <a:ext uri="{FF2B5EF4-FFF2-40B4-BE49-F238E27FC236}">
                <a16:creationId xmlns:a16="http://schemas.microsoft.com/office/drawing/2014/main" id="{194F73A3-240D-1400-ED6C-E913009542D1}"/>
              </a:ext>
            </a:extLst>
          </p:cNvPr>
          <p:cNvSpPr/>
          <p:nvPr/>
        </p:nvSpPr>
        <p:spPr>
          <a:xfrm>
            <a:off x="2112746" y="5524322"/>
            <a:ext cx="993015" cy="791795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>
                <a:solidFill>
                  <a:schemeClr val="tx1"/>
                </a:solidFill>
              </a:rPr>
              <a:t>IrFlag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 == TRUE</a:t>
            </a:r>
            <a:endParaRPr lang="ko-KR" altLang="en-US" sz="9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A25E2E3-0A7B-5A15-F133-70730A50D060}"/>
              </a:ext>
            </a:extLst>
          </p:cNvPr>
          <p:cNvSpPr/>
          <p:nvPr/>
        </p:nvSpPr>
        <p:spPr>
          <a:xfrm>
            <a:off x="1845756" y="5674834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B4F8B9AA-8848-44B8-72FF-EE3C7C094864}"/>
              </a:ext>
            </a:extLst>
          </p:cNvPr>
          <p:cNvCxnSpPr>
            <a:cxnSpLocks/>
          </p:cNvCxnSpPr>
          <p:nvPr/>
        </p:nvCxnSpPr>
        <p:spPr>
          <a:xfrm>
            <a:off x="4245152" y="5157192"/>
            <a:ext cx="6350" cy="1260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다이아몬드 47">
            <a:extLst>
              <a:ext uri="{FF2B5EF4-FFF2-40B4-BE49-F238E27FC236}">
                <a16:creationId xmlns:a16="http://schemas.microsoft.com/office/drawing/2014/main" id="{E4998CC1-CCDB-7A9A-092D-9561D262B0DC}"/>
              </a:ext>
            </a:extLst>
          </p:cNvPr>
          <p:cNvSpPr/>
          <p:nvPr/>
        </p:nvSpPr>
        <p:spPr>
          <a:xfrm>
            <a:off x="3748644" y="5283279"/>
            <a:ext cx="993015" cy="586276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>
                <a:solidFill>
                  <a:schemeClr val="tx1"/>
                </a:solidFill>
              </a:rPr>
              <a:t>IrFlag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 == TRUE</a:t>
            </a:r>
            <a:endParaRPr lang="ko-KR" altLang="en-US" sz="9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027" name="직사각형 1026">
            <a:extLst>
              <a:ext uri="{FF2B5EF4-FFF2-40B4-BE49-F238E27FC236}">
                <a16:creationId xmlns:a16="http://schemas.microsoft.com/office/drawing/2014/main" id="{E1D70550-92A8-FBD6-BC87-D459B903FCB2}"/>
              </a:ext>
            </a:extLst>
          </p:cNvPr>
          <p:cNvSpPr/>
          <p:nvPr/>
        </p:nvSpPr>
        <p:spPr>
          <a:xfrm>
            <a:off x="3330001" y="6489442"/>
            <a:ext cx="572285" cy="27771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계속</a:t>
            </a:r>
            <a:endParaRPr lang="en-US" altLang="ko-KR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30" name="직선 화살표 연결선 1029">
            <a:extLst>
              <a:ext uri="{FF2B5EF4-FFF2-40B4-BE49-F238E27FC236}">
                <a16:creationId xmlns:a16="http://schemas.microsoft.com/office/drawing/2014/main" id="{45644CEE-BCAC-5DF4-3348-CA9802CA2837}"/>
              </a:ext>
            </a:extLst>
          </p:cNvPr>
          <p:cNvCxnSpPr>
            <a:cxnSpLocks/>
          </p:cNvCxnSpPr>
          <p:nvPr/>
        </p:nvCxnSpPr>
        <p:spPr>
          <a:xfrm>
            <a:off x="1448690" y="6316117"/>
            <a:ext cx="0" cy="3121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직선 화살표 연결선 1038">
            <a:extLst>
              <a:ext uri="{FF2B5EF4-FFF2-40B4-BE49-F238E27FC236}">
                <a16:creationId xmlns:a16="http://schemas.microsoft.com/office/drawing/2014/main" id="{3744F7F9-ACED-CE0A-1EFC-99BB7A94377F}"/>
              </a:ext>
            </a:extLst>
          </p:cNvPr>
          <p:cNvCxnSpPr>
            <a:cxnSpLocks/>
          </p:cNvCxnSpPr>
          <p:nvPr/>
        </p:nvCxnSpPr>
        <p:spPr>
          <a:xfrm>
            <a:off x="2608732" y="6316117"/>
            <a:ext cx="0" cy="3121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직선 화살표 연결선 1039">
            <a:extLst>
              <a:ext uri="{FF2B5EF4-FFF2-40B4-BE49-F238E27FC236}">
                <a16:creationId xmlns:a16="http://schemas.microsoft.com/office/drawing/2014/main" id="{CF657F8B-06C6-3F34-63F4-E864FE9BB046}"/>
              </a:ext>
            </a:extLst>
          </p:cNvPr>
          <p:cNvCxnSpPr>
            <a:cxnSpLocks/>
          </p:cNvCxnSpPr>
          <p:nvPr/>
        </p:nvCxnSpPr>
        <p:spPr>
          <a:xfrm>
            <a:off x="4245152" y="5869555"/>
            <a:ext cx="0" cy="2389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1" name="직사각형 1040">
            <a:extLst>
              <a:ext uri="{FF2B5EF4-FFF2-40B4-BE49-F238E27FC236}">
                <a16:creationId xmlns:a16="http://schemas.microsoft.com/office/drawing/2014/main" id="{8683B630-B173-46DF-A031-3F52146DA288}"/>
              </a:ext>
            </a:extLst>
          </p:cNvPr>
          <p:cNvSpPr/>
          <p:nvPr/>
        </p:nvSpPr>
        <p:spPr>
          <a:xfrm>
            <a:off x="1412127" y="749891"/>
            <a:ext cx="455857" cy="27771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ko-KR" altLang="en-US" sz="18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anose="020B0604020202020204" pitchFamily="34" charset="0"/>
              </a:rPr>
              <a:t>②</a:t>
            </a:r>
            <a:endParaRPr lang="en-US" altLang="ko-KR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B478EE5-BD63-7D9F-774E-BED7E4ADC70E}"/>
              </a:ext>
            </a:extLst>
          </p:cNvPr>
          <p:cNvCxnSpPr>
            <a:cxnSpLocks/>
          </p:cNvCxnSpPr>
          <p:nvPr/>
        </p:nvCxnSpPr>
        <p:spPr>
          <a:xfrm flipV="1">
            <a:off x="3764720" y="5005556"/>
            <a:ext cx="0" cy="1516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F6EB5F0-41E8-5320-A081-BF009760F6F2}"/>
              </a:ext>
            </a:extLst>
          </p:cNvPr>
          <p:cNvCxnSpPr>
            <a:cxnSpLocks/>
          </p:cNvCxnSpPr>
          <p:nvPr/>
        </p:nvCxnSpPr>
        <p:spPr>
          <a:xfrm>
            <a:off x="3754994" y="5157192"/>
            <a:ext cx="4965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2B47DE18-5E80-9BEC-532B-B65C17CF498E}"/>
              </a:ext>
            </a:extLst>
          </p:cNvPr>
          <p:cNvSpPr/>
          <p:nvPr/>
        </p:nvSpPr>
        <p:spPr>
          <a:xfrm>
            <a:off x="5131409" y="6239126"/>
            <a:ext cx="866926" cy="25031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spcCol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끝</a:t>
            </a: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B3F378A4-921E-AEEC-8317-401A6785804B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5564872" y="5005556"/>
            <a:ext cx="0" cy="12335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10F41B39-128D-347A-9168-2DCE0D48C563}"/>
              </a:ext>
            </a:extLst>
          </p:cNvPr>
          <p:cNvCxnSpPr>
            <a:cxnSpLocks/>
          </p:cNvCxnSpPr>
          <p:nvPr/>
        </p:nvCxnSpPr>
        <p:spPr>
          <a:xfrm>
            <a:off x="4750148" y="5576417"/>
            <a:ext cx="81472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" name="직사각형 1025">
            <a:extLst>
              <a:ext uri="{FF2B5EF4-FFF2-40B4-BE49-F238E27FC236}">
                <a16:creationId xmlns:a16="http://schemas.microsoft.com/office/drawing/2014/main" id="{69707084-CEA0-AF99-309D-24D046FDA1BD}"/>
              </a:ext>
            </a:extLst>
          </p:cNvPr>
          <p:cNvSpPr/>
          <p:nvPr/>
        </p:nvSpPr>
        <p:spPr>
          <a:xfrm>
            <a:off x="4807281" y="5382144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</a:t>
            </a:r>
          </a:p>
        </p:txBody>
      </p:sp>
      <p:cxnSp>
        <p:nvCxnSpPr>
          <p:cNvPr id="1031" name="직선 연결선 1030">
            <a:extLst>
              <a:ext uri="{FF2B5EF4-FFF2-40B4-BE49-F238E27FC236}">
                <a16:creationId xmlns:a16="http://schemas.microsoft.com/office/drawing/2014/main" id="{8F1EEE8A-1EAD-234D-7F73-33AADFD2E324}"/>
              </a:ext>
            </a:extLst>
          </p:cNvPr>
          <p:cNvCxnSpPr>
            <a:cxnSpLocks/>
          </p:cNvCxnSpPr>
          <p:nvPr/>
        </p:nvCxnSpPr>
        <p:spPr>
          <a:xfrm>
            <a:off x="3099411" y="5918428"/>
            <a:ext cx="2482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직선 연결선 1035">
            <a:extLst>
              <a:ext uri="{FF2B5EF4-FFF2-40B4-BE49-F238E27FC236}">
                <a16:creationId xmlns:a16="http://schemas.microsoft.com/office/drawing/2014/main" id="{487C9C21-B523-7E59-1D6F-C1AD87658623}"/>
              </a:ext>
            </a:extLst>
          </p:cNvPr>
          <p:cNvCxnSpPr>
            <a:cxnSpLocks/>
          </p:cNvCxnSpPr>
          <p:nvPr/>
        </p:nvCxnSpPr>
        <p:spPr>
          <a:xfrm flipV="1">
            <a:off x="3346835" y="5920219"/>
            <a:ext cx="0" cy="4515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직선 화살표 연결선 1042">
            <a:extLst>
              <a:ext uri="{FF2B5EF4-FFF2-40B4-BE49-F238E27FC236}">
                <a16:creationId xmlns:a16="http://schemas.microsoft.com/office/drawing/2014/main" id="{BF86198B-6C3D-7FEC-BF6A-6E59326D3884}"/>
              </a:ext>
            </a:extLst>
          </p:cNvPr>
          <p:cNvCxnSpPr>
            <a:cxnSpLocks/>
          </p:cNvCxnSpPr>
          <p:nvPr/>
        </p:nvCxnSpPr>
        <p:spPr>
          <a:xfrm>
            <a:off x="3346835" y="6371751"/>
            <a:ext cx="17671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6" name="직사각형 1045">
            <a:extLst>
              <a:ext uri="{FF2B5EF4-FFF2-40B4-BE49-F238E27FC236}">
                <a16:creationId xmlns:a16="http://schemas.microsoft.com/office/drawing/2014/main" id="{DC219950-F7AB-CE9C-0015-099896810B1F}"/>
              </a:ext>
            </a:extLst>
          </p:cNvPr>
          <p:cNvSpPr/>
          <p:nvPr/>
        </p:nvSpPr>
        <p:spPr>
          <a:xfrm>
            <a:off x="3084132" y="5721048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542781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F85F58DE-E4E4-5372-609B-FF9599F2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가스감지기 원격 </a:t>
            </a:r>
            <a:r>
              <a:rPr lang="en-US" altLang="ko-KR" dirty="0"/>
              <a:t>F/W </a:t>
            </a:r>
            <a:r>
              <a:rPr lang="ko-KR" altLang="en-US" dirty="0"/>
              <a:t>업데이트</a:t>
            </a: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6600C007-4F48-043D-A183-1B6613867847}"/>
              </a:ext>
            </a:extLst>
          </p:cNvPr>
          <p:cNvSpPr txBox="1"/>
          <p:nvPr/>
        </p:nvSpPr>
        <p:spPr>
          <a:xfrm>
            <a:off x="2339752" y="4046875"/>
            <a:ext cx="27476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- Main Boot Loader </a:t>
            </a:r>
            <a:r>
              <a:rPr lang="ko-KR" alt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동작 순서도 </a:t>
            </a: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ko-KR" alt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다이아몬드 9">
            <a:extLst>
              <a:ext uri="{FF2B5EF4-FFF2-40B4-BE49-F238E27FC236}">
                <a16:creationId xmlns:a16="http://schemas.microsoft.com/office/drawing/2014/main" id="{3BCDA10D-B904-ED52-0BD9-BFAA6E1AB6E7}"/>
              </a:ext>
            </a:extLst>
          </p:cNvPr>
          <p:cNvSpPr/>
          <p:nvPr/>
        </p:nvSpPr>
        <p:spPr>
          <a:xfrm>
            <a:off x="1259360" y="1021790"/>
            <a:ext cx="990317" cy="791795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>
                <a:solidFill>
                  <a:schemeClr val="tx1"/>
                </a:solidFill>
              </a:rPr>
              <a:t>CtFlag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 == TRUE</a:t>
            </a:r>
            <a:endParaRPr lang="ko-KR" altLang="en-US" sz="900" dirty="0"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C604034-C25B-E192-B4B4-3D66DDC27202}"/>
              </a:ext>
            </a:extLst>
          </p:cNvPr>
          <p:cNvCxnSpPr>
            <a:cxnSpLocks/>
          </p:cNvCxnSpPr>
          <p:nvPr/>
        </p:nvCxnSpPr>
        <p:spPr>
          <a:xfrm flipV="1">
            <a:off x="2249677" y="1416098"/>
            <a:ext cx="664883" cy="15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다이아몬드 19">
            <a:extLst>
              <a:ext uri="{FF2B5EF4-FFF2-40B4-BE49-F238E27FC236}">
                <a16:creationId xmlns:a16="http://schemas.microsoft.com/office/drawing/2014/main" id="{E19576FB-A71F-ED97-08CB-78E122676D84}"/>
              </a:ext>
            </a:extLst>
          </p:cNvPr>
          <p:cNvSpPr/>
          <p:nvPr/>
        </p:nvSpPr>
        <p:spPr>
          <a:xfrm>
            <a:off x="2914560" y="1021790"/>
            <a:ext cx="993015" cy="791795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>
                <a:solidFill>
                  <a:schemeClr val="tx1"/>
                </a:solidFill>
              </a:rPr>
              <a:t>IrFlag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 == TRUE</a:t>
            </a:r>
            <a:endParaRPr lang="ko-KR" altLang="en-US" sz="9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55064F4-4CC9-D264-89CA-358D68DBD9E2}"/>
              </a:ext>
            </a:extLst>
          </p:cNvPr>
          <p:cNvSpPr/>
          <p:nvPr/>
        </p:nvSpPr>
        <p:spPr>
          <a:xfrm>
            <a:off x="2325444" y="1202793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28" name="다이아몬드 27">
            <a:extLst>
              <a:ext uri="{FF2B5EF4-FFF2-40B4-BE49-F238E27FC236}">
                <a16:creationId xmlns:a16="http://schemas.microsoft.com/office/drawing/2014/main" id="{97613D7D-E294-A915-8E45-BF47C2767EBA}"/>
              </a:ext>
            </a:extLst>
          </p:cNvPr>
          <p:cNvSpPr/>
          <p:nvPr/>
        </p:nvSpPr>
        <p:spPr>
          <a:xfrm>
            <a:off x="4741094" y="1028880"/>
            <a:ext cx="993015" cy="791795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>
                <a:solidFill>
                  <a:schemeClr val="tx1"/>
                </a:solidFill>
              </a:rPr>
              <a:t>IrFlag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 == TRUE</a:t>
            </a:r>
            <a:endParaRPr lang="ko-KR" altLang="en-US" sz="900" dirty="0"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96DD32F4-ABD2-A428-B12F-B868FFC4B3FD}"/>
              </a:ext>
            </a:extLst>
          </p:cNvPr>
          <p:cNvCxnSpPr>
            <a:cxnSpLocks/>
          </p:cNvCxnSpPr>
          <p:nvPr/>
        </p:nvCxnSpPr>
        <p:spPr>
          <a:xfrm>
            <a:off x="1754518" y="1820675"/>
            <a:ext cx="0" cy="3121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B9BAF8AD-35C9-58E0-FDA2-F28A81C89C9C}"/>
              </a:ext>
            </a:extLst>
          </p:cNvPr>
          <p:cNvCxnSpPr>
            <a:cxnSpLocks/>
          </p:cNvCxnSpPr>
          <p:nvPr/>
        </p:nvCxnSpPr>
        <p:spPr>
          <a:xfrm>
            <a:off x="3411067" y="1820675"/>
            <a:ext cx="0" cy="3121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66BBE491-F4D3-633A-4111-3CCC690D1A80}"/>
              </a:ext>
            </a:extLst>
          </p:cNvPr>
          <p:cNvCxnSpPr>
            <a:cxnSpLocks/>
          </p:cNvCxnSpPr>
          <p:nvPr/>
        </p:nvCxnSpPr>
        <p:spPr>
          <a:xfrm>
            <a:off x="5246234" y="1813585"/>
            <a:ext cx="0" cy="3121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DCCF97F-5E18-9E37-CCF7-FCA79DDA6A24}"/>
              </a:ext>
            </a:extLst>
          </p:cNvPr>
          <p:cNvSpPr/>
          <p:nvPr/>
        </p:nvSpPr>
        <p:spPr>
          <a:xfrm>
            <a:off x="1034175" y="2139946"/>
            <a:ext cx="1440685" cy="8500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CT </a:t>
            </a:r>
            <a:r>
              <a:rPr lang="en-US" altLang="ko-KR" sz="900" dirty="0" err="1">
                <a:solidFill>
                  <a:schemeClr val="tx1"/>
                </a:solidFill>
              </a:rPr>
              <a:t>Usart</a:t>
            </a:r>
            <a:r>
              <a:rPr lang="en-US" altLang="ko-KR" sz="900" dirty="0">
                <a:solidFill>
                  <a:schemeClr val="tx1"/>
                </a:solidFill>
              </a:rPr>
              <a:t> Port Select</a:t>
            </a:r>
          </a:p>
          <a:p>
            <a:pPr algn="ctr"/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Write Packet Send -&gt; CT App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(MODBUS RTU)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CT Boot Jump 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11528FE-5CA2-8C01-5F70-923E5ACB27B5}"/>
              </a:ext>
            </a:extLst>
          </p:cNvPr>
          <p:cNvSpPr/>
          <p:nvPr/>
        </p:nvSpPr>
        <p:spPr>
          <a:xfrm>
            <a:off x="2690724" y="2139947"/>
            <a:ext cx="1440685" cy="85001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IR </a:t>
            </a:r>
            <a:r>
              <a:rPr lang="en-US" altLang="ko-KR" sz="900" dirty="0" err="1">
                <a:solidFill>
                  <a:schemeClr val="tx1"/>
                </a:solidFill>
              </a:rPr>
              <a:t>Usart</a:t>
            </a:r>
            <a:r>
              <a:rPr lang="en-US" altLang="ko-KR" sz="900" dirty="0">
                <a:solidFill>
                  <a:schemeClr val="tx1"/>
                </a:solidFill>
              </a:rPr>
              <a:t> Port Select</a:t>
            </a:r>
          </a:p>
          <a:p>
            <a:pPr algn="ctr"/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Write Packet Send -&gt; IR App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(MODBUS RTU)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IR Boot Jump 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DE94F30E-D669-46DE-888D-5F8931E768DF}"/>
              </a:ext>
            </a:extLst>
          </p:cNvPr>
          <p:cNvCxnSpPr>
            <a:cxnSpLocks/>
          </p:cNvCxnSpPr>
          <p:nvPr/>
        </p:nvCxnSpPr>
        <p:spPr>
          <a:xfrm flipV="1">
            <a:off x="1754518" y="2989966"/>
            <a:ext cx="0" cy="2230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57765233-2AD8-9A66-1AE6-643EC98AA69B}"/>
              </a:ext>
            </a:extLst>
          </p:cNvPr>
          <p:cNvCxnSpPr>
            <a:cxnSpLocks/>
          </p:cNvCxnSpPr>
          <p:nvPr/>
        </p:nvCxnSpPr>
        <p:spPr>
          <a:xfrm flipV="1">
            <a:off x="3411067" y="2989966"/>
            <a:ext cx="0" cy="2230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직선 연결선 1026">
            <a:extLst>
              <a:ext uri="{FF2B5EF4-FFF2-40B4-BE49-F238E27FC236}">
                <a16:creationId xmlns:a16="http://schemas.microsoft.com/office/drawing/2014/main" id="{55F9F142-DF54-66C4-F52C-EC7DB261691D}"/>
              </a:ext>
            </a:extLst>
          </p:cNvPr>
          <p:cNvCxnSpPr>
            <a:cxnSpLocks/>
          </p:cNvCxnSpPr>
          <p:nvPr/>
        </p:nvCxnSpPr>
        <p:spPr>
          <a:xfrm>
            <a:off x="1754518" y="3212976"/>
            <a:ext cx="16565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직선 화살표 연결선 1039">
            <a:extLst>
              <a:ext uri="{FF2B5EF4-FFF2-40B4-BE49-F238E27FC236}">
                <a16:creationId xmlns:a16="http://schemas.microsoft.com/office/drawing/2014/main" id="{B878DCAC-13EF-B367-39A6-CA040E241EA3}"/>
              </a:ext>
            </a:extLst>
          </p:cNvPr>
          <p:cNvCxnSpPr>
            <a:cxnSpLocks/>
          </p:cNvCxnSpPr>
          <p:nvPr/>
        </p:nvCxnSpPr>
        <p:spPr>
          <a:xfrm flipV="1">
            <a:off x="611560" y="1484784"/>
            <a:ext cx="0" cy="21476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직사각형 1043">
            <a:extLst>
              <a:ext uri="{FF2B5EF4-FFF2-40B4-BE49-F238E27FC236}">
                <a16:creationId xmlns:a16="http://schemas.microsoft.com/office/drawing/2014/main" id="{DC731C3D-0261-1A95-4CE3-C1B0455E78F5}"/>
              </a:ext>
            </a:extLst>
          </p:cNvPr>
          <p:cNvSpPr/>
          <p:nvPr/>
        </p:nvSpPr>
        <p:spPr>
          <a:xfrm>
            <a:off x="363408" y="1060170"/>
            <a:ext cx="786523" cy="27771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ko-KR" altLang="en-US" sz="18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anose="020B0604020202020204" pitchFamily="34" charset="0"/>
              </a:rPr>
              <a:t>② 이동</a:t>
            </a:r>
            <a:endParaRPr lang="en-US" altLang="ko-KR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6" name="직사각형 1045">
            <a:extLst>
              <a:ext uri="{FF2B5EF4-FFF2-40B4-BE49-F238E27FC236}">
                <a16:creationId xmlns:a16="http://schemas.microsoft.com/office/drawing/2014/main" id="{7885C315-4A67-AA99-9E97-846C309B7AB8}"/>
              </a:ext>
            </a:extLst>
          </p:cNvPr>
          <p:cNvSpPr/>
          <p:nvPr/>
        </p:nvSpPr>
        <p:spPr>
          <a:xfrm>
            <a:off x="1960660" y="3473907"/>
            <a:ext cx="1274600" cy="3170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Main Boot Loder Jump</a:t>
            </a:r>
          </a:p>
        </p:txBody>
      </p:sp>
      <p:cxnSp>
        <p:nvCxnSpPr>
          <p:cNvPr id="1047" name="직선 연결선 1046">
            <a:extLst>
              <a:ext uri="{FF2B5EF4-FFF2-40B4-BE49-F238E27FC236}">
                <a16:creationId xmlns:a16="http://schemas.microsoft.com/office/drawing/2014/main" id="{15B7918D-94BF-27FB-967A-7D710A482B5A}"/>
              </a:ext>
            </a:extLst>
          </p:cNvPr>
          <p:cNvCxnSpPr>
            <a:cxnSpLocks/>
            <a:endCxn id="1046" idx="1"/>
          </p:cNvCxnSpPr>
          <p:nvPr/>
        </p:nvCxnSpPr>
        <p:spPr>
          <a:xfrm>
            <a:off x="611560" y="3632428"/>
            <a:ext cx="13491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직선 화살표 연결선 1060">
            <a:extLst>
              <a:ext uri="{FF2B5EF4-FFF2-40B4-BE49-F238E27FC236}">
                <a16:creationId xmlns:a16="http://schemas.microsoft.com/office/drawing/2014/main" id="{47160572-DE78-EAF3-50E1-1DE4BDC1499F}"/>
              </a:ext>
            </a:extLst>
          </p:cNvPr>
          <p:cNvCxnSpPr>
            <a:cxnSpLocks/>
          </p:cNvCxnSpPr>
          <p:nvPr/>
        </p:nvCxnSpPr>
        <p:spPr>
          <a:xfrm>
            <a:off x="2605077" y="3221360"/>
            <a:ext cx="0" cy="2525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223C1F-30B2-CED2-302D-ECC006A7AC95}"/>
              </a:ext>
            </a:extLst>
          </p:cNvPr>
          <p:cNvSpPr/>
          <p:nvPr/>
        </p:nvSpPr>
        <p:spPr>
          <a:xfrm>
            <a:off x="4543194" y="2132856"/>
            <a:ext cx="1440685" cy="85001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IR </a:t>
            </a:r>
            <a:r>
              <a:rPr lang="en-US" altLang="ko-KR" sz="900" dirty="0" err="1">
                <a:solidFill>
                  <a:schemeClr val="tx1"/>
                </a:solidFill>
              </a:rPr>
              <a:t>Usart</a:t>
            </a:r>
            <a:r>
              <a:rPr lang="en-US" altLang="ko-KR" sz="900" dirty="0">
                <a:solidFill>
                  <a:schemeClr val="tx1"/>
                </a:solidFill>
              </a:rPr>
              <a:t> Port Select</a:t>
            </a:r>
          </a:p>
          <a:p>
            <a:pPr algn="ctr"/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Write Packet Send -&gt; IR App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(MODBUS RTU)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IR Boot Jump 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49A5A196-A10E-5512-F09A-ABB31889372D}"/>
              </a:ext>
            </a:extLst>
          </p:cNvPr>
          <p:cNvCxnSpPr>
            <a:cxnSpLocks/>
          </p:cNvCxnSpPr>
          <p:nvPr/>
        </p:nvCxnSpPr>
        <p:spPr>
          <a:xfrm>
            <a:off x="5233024" y="2975197"/>
            <a:ext cx="0" cy="4987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B199BA-F6EB-CBBF-3707-0FF2DC43E79C}"/>
              </a:ext>
            </a:extLst>
          </p:cNvPr>
          <p:cNvSpPr/>
          <p:nvPr/>
        </p:nvSpPr>
        <p:spPr>
          <a:xfrm>
            <a:off x="4615588" y="3482773"/>
            <a:ext cx="1274600" cy="3170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Main Boot Loder Jump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04E3E2-5112-FD4B-67D6-29D154A6DDB0}"/>
              </a:ext>
            </a:extLst>
          </p:cNvPr>
          <p:cNvSpPr/>
          <p:nvPr/>
        </p:nvSpPr>
        <p:spPr>
          <a:xfrm>
            <a:off x="1815037" y="1834587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OK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B7EB394-01FD-A7AC-52A5-51B3CE3248F8}"/>
              </a:ext>
            </a:extLst>
          </p:cNvPr>
          <p:cNvSpPr/>
          <p:nvPr/>
        </p:nvSpPr>
        <p:spPr>
          <a:xfrm>
            <a:off x="3503825" y="1858721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OK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D6D9CA5-F2B0-EB5C-7DEA-B53769E41FFB}"/>
              </a:ext>
            </a:extLst>
          </p:cNvPr>
          <p:cNvCxnSpPr>
            <a:cxnSpLocks/>
          </p:cNvCxnSpPr>
          <p:nvPr/>
        </p:nvCxnSpPr>
        <p:spPr>
          <a:xfrm>
            <a:off x="5890188" y="3637107"/>
            <a:ext cx="13491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200355D-A9C0-2D43-DF64-87C12C14D7BC}"/>
              </a:ext>
            </a:extLst>
          </p:cNvPr>
          <p:cNvCxnSpPr>
            <a:cxnSpLocks/>
          </p:cNvCxnSpPr>
          <p:nvPr/>
        </p:nvCxnSpPr>
        <p:spPr>
          <a:xfrm flipV="1">
            <a:off x="7239288" y="1484784"/>
            <a:ext cx="0" cy="21476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A8FDAFC-F218-99F8-4447-2153847B2BAC}"/>
              </a:ext>
            </a:extLst>
          </p:cNvPr>
          <p:cNvSpPr/>
          <p:nvPr/>
        </p:nvSpPr>
        <p:spPr>
          <a:xfrm>
            <a:off x="6846026" y="1129600"/>
            <a:ext cx="786523" cy="27771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ko-KR" altLang="en-US" sz="18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anose="020B0604020202020204" pitchFamily="34" charset="0"/>
              </a:rPr>
              <a:t>② 이동</a:t>
            </a:r>
            <a:endParaRPr lang="en-US" altLang="ko-KR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185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F85F58DE-E4E4-5372-609B-FF9599F2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가스감지기 원격 </a:t>
            </a:r>
            <a:r>
              <a:rPr lang="en-US" altLang="ko-KR" dirty="0"/>
              <a:t>F/W </a:t>
            </a:r>
            <a:r>
              <a:rPr lang="ko-KR" altLang="en-US" dirty="0"/>
              <a:t>업데이트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2A4683-DA79-46C4-4C19-17D79EA834DC}"/>
              </a:ext>
            </a:extLst>
          </p:cNvPr>
          <p:cNvSpPr/>
          <p:nvPr/>
        </p:nvSpPr>
        <p:spPr>
          <a:xfrm>
            <a:off x="5383267" y="1785256"/>
            <a:ext cx="1614559" cy="34530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 err="1">
                <a:solidFill>
                  <a:schemeClr val="tx1"/>
                </a:solidFill>
              </a:rPr>
              <a:t>USART_RX_Handler</a:t>
            </a:r>
            <a:r>
              <a:rPr lang="en-US" altLang="ko-KR" sz="900" dirty="0">
                <a:solidFill>
                  <a:schemeClr val="tx1"/>
                </a:solidFill>
              </a:rPr>
              <a:t>( )</a:t>
            </a: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706244D-D2A0-3D70-D8C8-CB221FF8C8AC}"/>
              </a:ext>
            </a:extLst>
          </p:cNvPr>
          <p:cNvCxnSpPr>
            <a:cxnSpLocks/>
          </p:cNvCxnSpPr>
          <p:nvPr/>
        </p:nvCxnSpPr>
        <p:spPr>
          <a:xfrm flipH="1">
            <a:off x="7008155" y="1957909"/>
            <a:ext cx="103940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6600C007-4F48-043D-A183-1B6613867847}"/>
              </a:ext>
            </a:extLst>
          </p:cNvPr>
          <p:cNvSpPr txBox="1"/>
          <p:nvPr/>
        </p:nvSpPr>
        <p:spPr>
          <a:xfrm>
            <a:off x="4788024" y="4304427"/>
            <a:ext cx="27476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- IR App </a:t>
            </a:r>
            <a:r>
              <a:rPr lang="ko-KR" alt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동작 순서도 </a:t>
            </a: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ko-KR" alt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다이아몬드 10">
            <a:extLst>
              <a:ext uri="{FF2B5EF4-FFF2-40B4-BE49-F238E27FC236}">
                <a16:creationId xmlns:a16="http://schemas.microsoft.com/office/drawing/2014/main" id="{B0EAD83A-7D09-9D61-4BCA-5EDA4599CBF9}"/>
              </a:ext>
            </a:extLst>
          </p:cNvPr>
          <p:cNvSpPr/>
          <p:nvPr/>
        </p:nvSpPr>
        <p:spPr>
          <a:xfrm>
            <a:off x="5169075" y="2367174"/>
            <a:ext cx="1986109" cy="1157932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Single register Packet Receive ?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(MODBUS RTU)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318E08-7D63-376B-1499-9CEDF0EE37B6}"/>
              </a:ext>
            </a:extLst>
          </p:cNvPr>
          <p:cNvSpPr/>
          <p:nvPr/>
        </p:nvSpPr>
        <p:spPr>
          <a:xfrm>
            <a:off x="7212322" y="2780810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EDB3FB0C-0E2F-1C3B-4C2D-DFA8B88E56B7}"/>
              </a:ext>
            </a:extLst>
          </p:cNvPr>
          <p:cNvCxnSpPr>
            <a:cxnSpLocks/>
          </p:cNvCxnSpPr>
          <p:nvPr/>
        </p:nvCxnSpPr>
        <p:spPr>
          <a:xfrm>
            <a:off x="6166194" y="1549197"/>
            <a:ext cx="0" cy="2419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A81DC40-C72E-3348-263B-84C1A7687F9E}"/>
              </a:ext>
            </a:extLst>
          </p:cNvPr>
          <p:cNvSpPr/>
          <p:nvPr/>
        </p:nvSpPr>
        <p:spPr>
          <a:xfrm>
            <a:off x="6285508" y="3528338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OK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175519B-5CAC-E902-076D-B87B42D8230F}"/>
              </a:ext>
            </a:extLst>
          </p:cNvPr>
          <p:cNvSpPr/>
          <p:nvPr/>
        </p:nvSpPr>
        <p:spPr>
          <a:xfrm>
            <a:off x="5552584" y="3761484"/>
            <a:ext cx="1207441" cy="3694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IR  Boot Loder Jump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37AB0FC-8C5A-30DA-E8CB-5FC08F888AA5}"/>
              </a:ext>
            </a:extLst>
          </p:cNvPr>
          <p:cNvCxnSpPr>
            <a:cxnSpLocks/>
          </p:cNvCxnSpPr>
          <p:nvPr/>
        </p:nvCxnSpPr>
        <p:spPr>
          <a:xfrm flipH="1">
            <a:off x="3412617" y="2960805"/>
            <a:ext cx="8625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8FA63DE-1BAE-147F-3D11-678AF20099EE}"/>
              </a:ext>
            </a:extLst>
          </p:cNvPr>
          <p:cNvCxnSpPr>
            <a:cxnSpLocks/>
          </p:cNvCxnSpPr>
          <p:nvPr/>
        </p:nvCxnSpPr>
        <p:spPr>
          <a:xfrm>
            <a:off x="7160935" y="2946140"/>
            <a:ext cx="88662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513934-7C27-9C7F-F33F-FE61B6A3D557}"/>
              </a:ext>
            </a:extLst>
          </p:cNvPr>
          <p:cNvSpPr/>
          <p:nvPr/>
        </p:nvSpPr>
        <p:spPr>
          <a:xfrm>
            <a:off x="5758693" y="1203891"/>
            <a:ext cx="819449" cy="34530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IR APP 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실행 중</a:t>
            </a:r>
            <a:r>
              <a:rPr lang="en-US" altLang="ko-KR" sz="900" dirty="0">
                <a:solidFill>
                  <a:schemeClr val="tx1"/>
                </a:solidFill>
              </a:rPr>
              <a:t>….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FADAC32-472E-BDAD-EC99-F04BD674CD21}"/>
              </a:ext>
            </a:extLst>
          </p:cNvPr>
          <p:cNvCxnSpPr>
            <a:cxnSpLocks/>
          </p:cNvCxnSpPr>
          <p:nvPr/>
        </p:nvCxnSpPr>
        <p:spPr>
          <a:xfrm>
            <a:off x="6166193" y="2130562"/>
            <a:ext cx="0" cy="2419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00571F71-F07F-62EF-6BA9-1AF0ECF047D4}"/>
              </a:ext>
            </a:extLst>
          </p:cNvPr>
          <p:cNvCxnSpPr>
            <a:cxnSpLocks/>
          </p:cNvCxnSpPr>
          <p:nvPr/>
        </p:nvCxnSpPr>
        <p:spPr>
          <a:xfrm>
            <a:off x="8047563" y="1957909"/>
            <a:ext cx="0" cy="9882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49E7AF1-BC21-8D1A-19A4-1D11995B4279}"/>
              </a:ext>
            </a:extLst>
          </p:cNvPr>
          <p:cNvCxnSpPr>
            <a:cxnSpLocks/>
          </p:cNvCxnSpPr>
          <p:nvPr/>
        </p:nvCxnSpPr>
        <p:spPr>
          <a:xfrm>
            <a:off x="6156305" y="3517672"/>
            <a:ext cx="0" cy="2419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392614A-8D95-1ED6-3C6C-61416EE1E42F}"/>
              </a:ext>
            </a:extLst>
          </p:cNvPr>
          <p:cNvSpPr/>
          <p:nvPr/>
        </p:nvSpPr>
        <p:spPr>
          <a:xfrm>
            <a:off x="2032162" y="1215381"/>
            <a:ext cx="819449" cy="34530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CT APP 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실행 중</a:t>
            </a:r>
            <a:r>
              <a:rPr lang="en-US" altLang="ko-KR" sz="900" dirty="0">
                <a:solidFill>
                  <a:schemeClr val="tx1"/>
                </a:solidFill>
              </a:rPr>
              <a:t>….</a:t>
            </a:r>
          </a:p>
        </p:txBody>
      </p:sp>
      <p:cxnSp>
        <p:nvCxnSpPr>
          <p:cNvPr id="1027" name="직선 화살표 연결선 1026">
            <a:extLst>
              <a:ext uri="{FF2B5EF4-FFF2-40B4-BE49-F238E27FC236}">
                <a16:creationId xmlns:a16="http://schemas.microsoft.com/office/drawing/2014/main" id="{08FC70E4-1C10-8609-467E-A330686B1742}"/>
              </a:ext>
            </a:extLst>
          </p:cNvPr>
          <p:cNvCxnSpPr>
            <a:cxnSpLocks/>
          </p:cNvCxnSpPr>
          <p:nvPr/>
        </p:nvCxnSpPr>
        <p:spPr>
          <a:xfrm>
            <a:off x="2419563" y="1560687"/>
            <a:ext cx="0" cy="2419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직사각형 1029">
            <a:extLst>
              <a:ext uri="{FF2B5EF4-FFF2-40B4-BE49-F238E27FC236}">
                <a16:creationId xmlns:a16="http://schemas.microsoft.com/office/drawing/2014/main" id="{CCC51220-2755-98D1-C6A7-81A59EED629C}"/>
              </a:ext>
            </a:extLst>
          </p:cNvPr>
          <p:cNvSpPr/>
          <p:nvPr/>
        </p:nvSpPr>
        <p:spPr>
          <a:xfrm>
            <a:off x="1627523" y="1796746"/>
            <a:ext cx="1614559" cy="34530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 err="1">
                <a:solidFill>
                  <a:schemeClr val="tx1"/>
                </a:solidFill>
              </a:rPr>
              <a:t>USART_RX_INT_Callback</a:t>
            </a:r>
            <a:r>
              <a:rPr lang="en-US" altLang="ko-KR" sz="900" dirty="0">
                <a:solidFill>
                  <a:schemeClr val="tx1"/>
                </a:solidFill>
              </a:rPr>
              <a:t>( )</a:t>
            </a:r>
          </a:p>
        </p:txBody>
      </p:sp>
      <p:cxnSp>
        <p:nvCxnSpPr>
          <p:cNvPr id="1031" name="직선 화살표 연결선 1030">
            <a:extLst>
              <a:ext uri="{FF2B5EF4-FFF2-40B4-BE49-F238E27FC236}">
                <a16:creationId xmlns:a16="http://schemas.microsoft.com/office/drawing/2014/main" id="{FA4ECE36-7442-2F44-5014-FA41541D8B1F}"/>
              </a:ext>
            </a:extLst>
          </p:cNvPr>
          <p:cNvCxnSpPr>
            <a:cxnSpLocks/>
          </p:cNvCxnSpPr>
          <p:nvPr/>
        </p:nvCxnSpPr>
        <p:spPr>
          <a:xfrm>
            <a:off x="2419563" y="2142052"/>
            <a:ext cx="0" cy="2419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5" name="다이아몬드 1034">
            <a:extLst>
              <a:ext uri="{FF2B5EF4-FFF2-40B4-BE49-F238E27FC236}">
                <a16:creationId xmlns:a16="http://schemas.microsoft.com/office/drawing/2014/main" id="{E7AE8E83-76AD-4459-5281-5B98AEA95027}"/>
              </a:ext>
            </a:extLst>
          </p:cNvPr>
          <p:cNvSpPr/>
          <p:nvPr/>
        </p:nvSpPr>
        <p:spPr>
          <a:xfrm>
            <a:off x="1426508" y="2383386"/>
            <a:ext cx="1986109" cy="1157932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Single register Packet Receive ?</a:t>
            </a: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(MODBUS RTU)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40" name="직선 연결선 1039">
            <a:extLst>
              <a:ext uri="{FF2B5EF4-FFF2-40B4-BE49-F238E27FC236}">
                <a16:creationId xmlns:a16="http://schemas.microsoft.com/office/drawing/2014/main" id="{B8632B39-85AC-6F88-BA6D-2CBB5E94D78B}"/>
              </a:ext>
            </a:extLst>
          </p:cNvPr>
          <p:cNvCxnSpPr>
            <a:cxnSpLocks/>
          </p:cNvCxnSpPr>
          <p:nvPr/>
        </p:nvCxnSpPr>
        <p:spPr>
          <a:xfrm flipH="1">
            <a:off x="4275140" y="1960177"/>
            <a:ext cx="6350" cy="9974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직선 화살표 연결선 1040">
            <a:extLst>
              <a:ext uri="{FF2B5EF4-FFF2-40B4-BE49-F238E27FC236}">
                <a16:creationId xmlns:a16="http://schemas.microsoft.com/office/drawing/2014/main" id="{BB6DB43A-CD21-06D8-94E0-CA627923B696}"/>
              </a:ext>
            </a:extLst>
          </p:cNvPr>
          <p:cNvCxnSpPr>
            <a:cxnSpLocks/>
          </p:cNvCxnSpPr>
          <p:nvPr/>
        </p:nvCxnSpPr>
        <p:spPr>
          <a:xfrm flipH="1">
            <a:off x="3242082" y="1960177"/>
            <a:ext cx="103940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직선 화살표 연결선 1043">
            <a:extLst>
              <a:ext uri="{FF2B5EF4-FFF2-40B4-BE49-F238E27FC236}">
                <a16:creationId xmlns:a16="http://schemas.microsoft.com/office/drawing/2014/main" id="{E1ABA037-EE85-7531-7FC7-B45BD23000B6}"/>
              </a:ext>
            </a:extLst>
          </p:cNvPr>
          <p:cNvCxnSpPr>
            <a:cxnSpLocks/>
          </p:cNvCxnSpPr>
          <p:nvPr/>
        </p:nvCxnSpPr>
        <p:spPr>
          <a:xfrm>
            <a:off x="2419335" y="3536596"/>
            <a:ext cx="0" cy="2419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직사각형 1044">
            <a:extLst>
              <a:ext uri="{FF2B5EF4-FFF2-40B4-BE49-F238E27FC236}">
                <a16:creationId xmlns:a16="http://schemas.microsoft.com/office/drawing/2014/main" id="{C278C9F4-7E7B-26FA-3944-2056ED4CFCDC}"/>
              </a:ext>
            </a:extLst>
          </p:cNvPr>
          <p:cNvSpPr/>
          <p:nvPr/>
        </p:nvSpPr>
        <p:spPr>
          <a:xfrm>
            <a:off x="1838165" y="3779788"/>
            <a:ext cx="1207441" cy="3694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CT  Boot Loder Jump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0B225E18-A763-6265-B6AF-D1F927BC2703}"/>
              </a:ext>
            </a:extLst>
          </p:cNvPr>
          <p:cNvSpPr txBox="1"/>
          <p:nvPr/>
        </p:nvSpPr>
        <p:spPr>
          <a:xfrm>
            <a:off x="1403648" y="4334907"/>
            <a:ext cx="2146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- CT App </a:t>
            </a:r>
            <a:r>
              <a:rPr lang="ko-KR" alt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동작 순서도 </a:t>
            </a: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ko-KR" alt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7" name="직사각형 1046">
            <a:extLst>
              <a:ext uri="{FF2B5EF4-FFF2-40B4-BE49-F238E27FC236}">
                <a16:creationId xmlns:a16="http://schemas.microsoft.com/office/drawing/2014/main" id="{548147A1-01DA-ABE8-BF54-7CDDB78BDEDF}"/>
              </a:ext>
            </a:extLst>
          </p:cNvPr>
          <p:cNvSpPr/>
          <p:nvPr/>
        </p:nvSpPr>
        <p:spPr>
          <a:xfrm>
            <a:off x="3461897" y="2769077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1048" name="직사각형 1047">
            <a:extLst>
              <a:ext uri="{FF2B5EF4-FFF2-40B4-BE49-F238E27FC236}">
                <a16:creationId xmlns:a16="http://schemas.microsoft.com/office/drawing/2014/main" id="{ED0AB2A1-6A26-377E-F1F1-1436925497F3}"/>
              </a:ext>
            </a:extLst>
          </p:cNvPr>
          <p:cNvSpPr/>
          <p:nvPr/>
        </p:nvSpPr>
        <p:spPr>
          <a:xfrm>
            <a:off x="2548357" y="3569424"/>
            <a:ext cx="315537" cy="1350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2699721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/>
        </p:nvSpPr>
        <p:spPr bwMode="auto">
          <a:xfrm>
            <a:off x="1" y="4852569"/>
            <a:ext cx="9144000" cy="232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 anchorCtr="0"/>
          <a:lstStyle>
            <a:lvl1pPr latinLnBrk="1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ko-KR" altLang="en-US" sz="1846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87D722-D9C7-4874-B857-15FB597A200A}"/>
              </a:ext>
            </a:extLst>
          </p:cNvPr>
          <p:cNvSpPr txBox="1"/>
          <p:nvPr/>
        </p:nvSpPr>
        <p:spPr>
          <a:xfrm>
            <a:off x="2287272" y="2875002"/>
            <a:ext cx="456945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600" b="1" spc="-3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D71A2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Thank </a:t>
            </a:r>
            <a:r>
              <a:rPr lang="en-US" altLang="ko-KR" sz="6000" b="1" spc="-3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rgbClr val="009A4E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You</a:t>
            </a:r>
            <a:endParaRPr lang="ko-KR" altLang="en-US" sz="6000" b="1" spc="-3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rgbClr val="009A4E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749121"/>
      </p:ext>
    </p:extLst>
  </p:cSld>
  <p:clrMapOvr>
    <a:masterClrMapping/>
  </p:clrMapOvr>
</p:sld>
</file>

<file path=ppt/theme/theme1.xml><?xml version="1.0" encoding="utf-8"?>
<a:theme xmlns:a="http://schemas.openxmlformats.org/drawingml/2006/main" name="표지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40635</TotalTime>
  <Words>794</Words>
  <Application>Microsoft Office PowerPoint</Application>
  <PresentationFormat>화면 슬라이드 쇼(4:3)</PresentationFormat>
  <Paragraphs>243</Paragraphs>
  <Slides>8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나눔고딕</vt:lpstr>
      <vt:lpstr>나눔고딕 ExtraBold</vt:lpstr>
      <vt:lpstr>맑은 고딕</vt:lpstr>
      <vt:lpstr>Arial</vt:lpstr>
      <vt:lpstr>Arial Black</vt:lpstr>
      <vt:lpstr>Calibri</vt:lpstr>
      <vt:lpstr>표지</vt:lpstr>
      <vt:lpstr>PowerPoint 프레젠테이션</vt:lpstr>
      <vt:lpstr>가스감지기 원격 F/W 업데이트</vt:lpstr>
      <vt:lpstr>가스감지기 원격 F/W 업데이트</vt:lpstr>
      <vt:lpstr>가스감지기 원격 F/W 업데이트</vt:lpstr>
      <vt:lpstr>가스감지기 원격 F/W 업데이트</vt:lpstr>
      <vt:lpstr>가스감지기 원격 F/W 업데이트</vt:lpstr>
      <vt:lpstr>가스감지기 원격 F/W 업데이트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 Sang Hyeun</dc:creator>
  <cp:lastModifiedBy>트론 가스</cp:lastModifiedBy>
  <cp:revision>676</cp:revision>
  <cp:lastPrinted>2018-02-28T04:15:12Z</cp:lastPrinted>
  <dcterms:created xsi:type="dcterms:W3CDTF">2018-02-13T08:45:12Z</dcterms:created>
  <dcterms:modified xsi:type="dcterms:W3CDTF">2024-11-22T01:29:23Z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TAwMDAwMDAwMDA0MTQ1IiwibG9nVGltZSI6IjIwMjUtMDYtMThUMDA6MjQ6MTlaIiwicElEIjoxLCJwcm9jZXNzSWQiOjE2MTcyLCJwcm9jZXNzTmFtZSI6ImZfYmF0bWdyLmV4ZSIsInRyYWNlSWQiOiJDOTRCQjJBNUZCRjU0MERFOTk0RTMyNkQ0RENFODJENyIsInVzZXJDb2RlIjoiam15b28ifSwibm9kZTIiOnsiZHNkIjoiMDEwMDAwMDAwMDAwNDE0NSIsImxvZ1RpbWUiOiIyMDI1LTA2LTE4VDAwOjI0OjE5WiIsInBJRCI6MSwicHJvY2Vzc0lkIjoxNjE3MiwicHJvY2Vzc05hbWUiOiJmX2JhdG1nci5leGUiLCJ0cmFjZUlkIjoiQzk0QkIyQTVGQkY1NDBERTk5NEUzMjZENERDRTgyRDciLCJ1c2VyQ29kZSI6ImpteW9vIn0sIm5vZGUzIjp7ImRzZCI6IjAxMDAwMDAwMDAwMDQxNDUiLCJsb2dUaW1lIjoiMjAyNS0wNi0xOFQwMDoyNDoxOVoiLCJwSUQiOjEsInByb2Nlc3NJZCI6MTYxNzIsInByb2Nlc3NOYW1lIjoiZl9iYXRtZ3IuZXhlIiwidHJhY2VJZCI6IkM5NEJCMkE1RkJGNTQwREU5OTRFMzI2RDREQ0U4MkQ3IiwidXNlckNvZGUiOiJqbXlvbyJ9LCJub2RlNCI6eyJkc2QiOiIwMTAwMDAwMDAwMDA0MTQ1IiwibG9nVGltZSI6IjIwMjUtMDYtMThUMDA6MjQ6MTlaIiwicElEIjoxLCJwcm9jZXNzSWQiOjE2MTcyLCJwcm9jZXNzTmFtZSI6ImZfYmF0bWdyLmV4ZSIsInRyYWNlSWQiOiJDOTRCQjJBNUZCRjU0MERFOTk0RTMyNkQ0RENFODJENyIsInVzZXJDb2RlIjoiam15b28ifSwibm9kZTUiOnsiZHNkIjoiMDAwMDAwMDAwMDAwMDAwMCIsImxvZ1RpbWUiOiIyMDI1LTA5LTA5VDAxOjA3OjI4WiIsInBJRCIgOiAyMDQ4LCJwcm9jZXNzSWQiOjYwNTYsInByb2Nlc3NOYW1lIjoiVW5QYWNrYWdlckJhdGNoLmV4ZSIsInRyYWNlSWQiOiI3NDYxNkNFOEYwRDJDOUVFNDNGRUE0ODVGMUEzNzk2MSIsInVzZXJDb2RlIjoiIn0sIm5vZGVDb3VudCI6Miwicm9vdFRyYWNlSWQiOiJDOTRCQjJBNUZCRjU0MERFOTk0RTMyNkQ0RENFODJENyJ9</vt:lpwstr>
  </property>
</Properties>
</file>